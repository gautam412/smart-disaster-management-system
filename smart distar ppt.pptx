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8" r:id="rId2"/>
    <p:sldId id="269" r:id="rId3"/>
    <p:sldId id="258" r:id="rId4"/>
    <p:sldId id="257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65" r:id="rId15"/>
    <p:sldId id="266" r:id="rId16"/>
    <p:sldId id="267" r:id="rId17"/>
    <p:sldId id="279" r:id="rId18"/>
    <p:sldId id="280" r:id="rId19"/>
    <p:sldId id="281" r:id="rId20"/>
    <p:sldId id="282" r:id="rId21"/>
    <p:sldId id="28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16E01C-A3BD-4947-8CDA-C165F87BC681}">
          <p14:sldIdLst>
            <p14:sldId id="268"/>
            <p14:sldId id="269"/>
            <p14:sldId id="258"/>
            <p14:sldId id="257"/>
            <p14:sldId id="270"/>
          </p14:sldIdLst>
        </p14:section>
        <p14:section name="ABSTRACT" id="{C41E965D-1BB0-6E42-80C1-B0CE61D34D0F}">
          <p14:sldIdLst>
            <p14:sldId id="271"/>
            <p14:sldId id="272"/>
          </p14:sldIdLst>
        </p14:section>
        <p14:section name="Key points" id="{309B8DB7-7D97-4F7C-8E72-F67CE6A0280E}">
          <p14:sldIdLst>
            <p14:sldId id="273"/>
            <p14:sldId id="274"/>
          </p14:sldIdLst>
        </p14:section>
        <p14:section name="Methodology" id="{E51481FD-BB9F-4628-988F-90CA7157DA91}">
          <p14:sldIdLst>
            <p14:sldId id="275"/>
            <p14:sldId id="276"/>
          </p14:sldIdLst>
        </p14:section>
        <p14:section name="Conclusion" id="{6B4AAC4B-4103-4E1C-AA13-08D6DA3E7D3B}">
          <p14:sldIdLst>
            <p14:sldId id="277"/>
            <p14:sldId id="278"/>
          </p14:sldIdLst>
        </p14:section>
        <p14:section name="other" id="{0A006EC5-8512-404E-B51F-831ADD91F063}">
          <p14:sldIdLst>
            <p14:sldId id="265"/>
            <p14:sldId id="266"/>
            <p14:sldId id="267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CC"/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>
        <p:scale>
          <a:sx n="150" d="100"/>
          <a:sy n="150" d="100"/>
        </p:scale>
        <p:origin x="-1915" y="-14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7CF39-40FB-44A8-BA09-4EBAFEEF61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8B9BA-BF03-4C64-B926-D3D43D224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527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t>5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470964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t>7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277903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n-LT"/>
              <a:t>9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5107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n-LT"/>
              <a:t>11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769308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E92847-51ED-1449-A9AF-8F855167E8E6}" type="slidenum">
              <a:rPr kumimoji="0" lang="en-LT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L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3635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E4A57-7582-453D-A90B-CD7A89994A6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4A3F-8535-487C-BB3B-A5CAF2701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138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E4A57-7582-453D-A90B-CD7A89994A6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4A3F-8535-487C-BB3B-A5CAF2701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347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E4A57-7582-453D-A90B-CD7A89994A6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4A3F-8535-487C-BB3B-A5CAF2701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727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E4A57-7582-453D-A90B-CD7A89994A6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4A3F-8535-487C-BB3B-A5CAF2701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312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E4A57-7582-453D-A90B-CD7A89994A6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4A3F-8535-487C-BB3B-A5CAF2701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37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E4A57-7582-453D-A90B-CD7A89994A6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4A3F-8535-487C-BB3B-A5CAF2701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34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E4A57-7582-453D-A90B-CD7A89994A6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4A3F-8535-487C-BB3B-A5CAF2701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825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E4A57-7582-453D-A90B-CD7A89994A6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4A3F-8535-487C-BB3B-A5CAF2701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76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E4A57-7582-453D-A90B-CD7A89994A6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4A3F-8535-487C-BB3B-A5CAF2701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91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E4A57-7582-453D-A90B-CD7A89994A6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4A3F-8535-487C-BB3B-A5CAF2701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570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E4A57-7582-453D-A90B-CD7A89994A6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4A3F-8535-487C-BB3B-A5CAF2701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601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5">
                <a:lumMod val="75000"/>
              </a:schemeClr>
            </a:gs>
            <a:gs pos="83000">
              <a:schemeClr val="accent5">
                <a:lumMod val="50000"/>
              </a:schemeClr>
            </a:gs>
            <a:gs pos="100000">
              <a:schemeClr val="accent5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E4A57-7582-453D-A90B-CD7A89994A6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54A3F-8535-487C-BB3B-A5CAF2701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144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image" Target="../media/image15.png"/><Relationship Id="rId3" Type="http://schemas.openxmlformats.org/officeDocument/2006/relationships/image" Target="../media/image11.jpeg"/><Relationship Id="rId7" Type="http://schemas.openxmlformats.org/officeDocument/2006/relationships/image" Target="../media/image13.png"/><Relationship Id="rId12" Type="http://schemas.openxmlformats.org/officeDocument/2006/relationships/image" Target="../media/image1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slide" Target="slide10.xml"/><Relationship Id="rId5" Type="http://schemas.openxmlformats.org/officeDocument/2006/relationships/slide" Target="slide6.xml"/><Relationship Id="rId15" Type="http://schemas.openxmlformats.org/officeDocument/2006/relationships/image" Target="../media/image150.png"/><Relationship Id="rId10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image" Target="../media/image130.png"/><Relationship Id="rId14" Type="http://schemas.openxmlformats.org/officeDocument/2006/relationships/slide" Target="slide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.jpg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microsoft.com/office/2007/relationships/hdphoto" Target="../media/hdphoto4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748">
              <a:schemeClr val="bg1"/>
            </a:gs>
            <a:gs pos="74000">
              <a:schemeClr val="bg1"/>
            </a:gs>
            <a:gs pos="83000">
              <a:schemeClr val="bg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1C672C-116C-8986-5CA3-19693B062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64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91A9C4F-893F-8C63-02B1-55B2F3B7395C}"/>
              </a:ext>
            </a:extLst>
          </p:cNvPr>
          <p:cNvSpPr/>
          <p:nvPr/>
        </p:nvSpPr>
        <p:spPr>
          <a:xfrm>
            <a:off x="0" y="-1"/>
            <a:ext cx="12192000" cy="6851649"/>
          </a:xfrm>
          <a:custGeom>
            <a:avLst/>
            <a:gdLst/>
            <a:ahLst/>
            <a:cxnLst/>
            <a:rect l="l" t="t" r="r" b="b"/>
            <a:pathLst>
              <a:path w="12192000" h="6851649">
                <a:moveTo>
                  <a:pt x="4074368" y="4340701"/>
                </a:moveTo>
                <a:cubicBezTo>
                  <a:pt x="4094608" y="4357369"/>
                  <a:pt x="4124821" y="4365704"/>
                  <a:pt x="4165004" y="4365704"/>
                </a:cubicBezTo>
                <a:lnTo>
                  <a:pt x="4281090" y="4360792"/>
                </a:lnTo>
                <a:cubicBezTo>
                  <a:pt x="4323952" y="4360792"/>
                  <a:pt x="4350816" y="4365183"/>
                  <a:pt x="4361680" y="4373964"/>
                </a:cubicBezTo>
                <a:cubicBezTo>
                  <a:pt x="4372544" y="4382744"/>
                  <a:pt x="4377977" y="4393683"/>
                  <a:pt x="4377977" y="4406780"/>
                </a:cubicBezTo>
                <a:cubicBezTo>
                  <a:pt x="4377977" y="4425830"/>
                  <a:pt x="4366666" y="4440787"/>
                  <a:pt x="4344045" y="4451652"/>
                </a:cubicBezTo>
                <a:cubicBezTo>
                  <a:pt x="4321423" y="4462516"/>
                  <a:pt x="4289722" y="4467949"/>
                  <a:pt x="4248943" y="4467949"/>
                </a:cubicBezTo>
                <a:cubicBezTo>
                  <a:pt x="4195365" y="4467949"/>
                  <a:pt x="4151536" y="4458721"/>
                  <a:pt x="4117454" y="4440267"/>
                </a:cubicBezTo>
                <a:cubicBezTo>
                  <a:pt x="4083372" y="4421812"/>
                  <a:pt x="4066331" y="4398743"/>
                  <a:pt x="4066331" y="4371061"/>
                </a:cubicBezTo>
                <a:cubicBezTo>
                  <a:pt x="4066331" y="4359751"/>
                  <a:pt x="4069010" y="4349630"/>
                  <a:pt x="4074368" y="4340701"/>
                </a:cubicBezTo>
                <a:close/>
                <a:moveTo>
                  <a:pt x="3694559" y="4096474"/>
                </a:moveTo>
                <a:cubicBezTo>
                  <a:pt x="3705274" y="4096474"/>
                  <a:pt x="3720157" y="4100194"/>
                  <a:pt x="3739207" y="4107636"/>
                </a:cubicBezTo>
                <a:lnTo>
                  <a:pt x="3739207" y="4235777"/>
                </a:lnTo>
                <a:cubicBezTo>
                  <a:pt x="3716288" y="4248576"/>
                  <a:pt x="3699470" y="4254976"/>
                  <a:pt x="3688754" y="4254976"/>
                </a:cubicBezTo>
                <a:cubicBezTo>
                  <a:pt x="3670597" y="4254976"/>
                  <a:pt x="3661519" y="4242474"/>
                  <a:pt x="3661519" y="4217471"/>
                </a:cubicBezTo>
                <a:lnTo>
                  <a:pt x="3661519" y="4134871"/>
                </a:lnTo>
                <a:cubicBezTo>
                  <a:pt x="3661519" y="4121179"/>
                  <a:pt x="3664049" y="4111356"/>
                  <a:pt x="3669109" y="4105403"/>
                </a:cubicBezTo>
                <a:cubicBezTo>
                  <a:pt x="3674169" y="4099450"/>
                  <a:pt x="3682653" y="4096474"/>
                  <a:pt x="3694559" y="4096474"/>
                </a:cubicBezTo>
                <a:close/>
                <a:moveTo>
                  <a:pt x="2542034" y="4096474"/>
                </a:moveTo>
                <a:cubicBezTo>
                  <a:pt x="2552749" y="4096474"/>
                  <a:pt x="2567632" y="4100194"/>
                  <a:pt x="2586682" y="4107636"/>
                </a:cubicBezTo>
                <a:lnTo>
                  <a:pt x="2586682" y="4235777"/>
                </a:lnTo>
                <a:cubicBezTo>
                  <a:pt x="2563763" y="4248576"/>
                  <a:pt x="2546945" y="4254976"/>
                  <a:pt x="2536229" y="4254976"/>
                </a:cubicBezTo>
                <a:cubicBezTo>
                  <a:pt x="2518072" y="4254976"/>
                  <a:pt x="2508994" y="4242474"/>
                  <a:pt x="2508994" y="4217471"/>
                </a:cubicBezTo>
                <a:lnTo>
                  <a:pt x="2508994" y="4134871"/>
                </a:lnTo>
                <a:cubicBezTo>
                  <a:pt x="2508994" y="4121179"/>
                  <a:pt x="2511524" y="4111356"/>
                  <a:pt x="2516584" y="4105403"/>
                </a:cubicBezTo>
                <a:cubicBezTo>
                  <a:pt x="2521644" y="4099450"/>
                  <a:pt x="2530127" y="4096474"/>
                  <a:pt x="2542034" y="4096474"/>
                </a:cubicBezTo>
                <a:close/>
                <a:moveTo>
                  <a:pt x="9758709" y="3919219"/>
                </a:moveTo>
                <a:cubicBezTo>
                  <a:pt x="9785498" y="3919219"/>
                  <a:pt x="9798893" y="3935442"/>
                  <a:pt x="9798893" y="3967886"/>
                </a:cubicBezTo>
                <a:lnTo>
                  <a:pt x="9798893" y="4073703"/>
                </a:lnTo>
                <a:lnTo>
                  <a:pt x="9714507" y="4073703"/>
                </a:lnTo>
                <a:lnTo>
                  <a:pt x="9714507" y="3967886"/>
                </a:lnTo>
                <a:cubicBezTo>
                  <a:pt x="9714507" y="3935442"/>
                  <a:pt x="9729241" y="3919219"/>
                  <a:pt x="9758709" y="3919219"/>
                </a:cubicBezTo>
                <a:close/>
                <a:moveTo>
                  <a:pt x="6158259" y="3919219"/>
                </a:moveTo>
                <a:cubicBezTo>
                  <a:pt x="6185048" y="3919219"/>
                  <a:pt x="6198443" y="3935442"/>
                  <a:pt x="6198443" y="3967886"/>
                </a:cubicBezTo>
                <a:lnTo>
                  <a:pt x="6198443" y="4073703"/>
                </a:lnTo>
                <a:lnTo>
                  <a:pt x="6114057" y="4073703"/>
                </a:lnTo>
                <a:lnTo>
                  <a:pt x="6114057" y="3967886"/>
                </a:lnTo>
                <a:cubicBezTo>
                  <a:pt x="6114057" y="3935442"/>
                  <a:pt x="6128791" y="3919219"/>
                  <a:pt x="6158259" y="3919219"/>
                </a:cubicBezTo>
                <a:close/>
                <a:moveTo>
                  <a:pt x="4796184" y="3919219"/>
                </a:moveTo>
                <a:cubicBezTo>
                  <a:pt x="4822973" y="3919219"/>
                  <a:pt x="4836367" y="3935442"/>
                  <a:pt x="4836367" y="3967886"/>
                </a:cubicBezTo>
                <a:lnTo>
                  <a:pt x="4836367" y="4073703"/>
                </a:lnTo>
                <a:lnTo>
                  <a:pt x="4751982" y="4073703"/>
                </a:lnTo>
                <a:lnTo>
                  <a:pt x="4751982" y="3967886"/>
                </a:lnTo>
                <a:cubicBezTo>
                  <a:pt x="4751982" y="3935442"/>
                  <a:pt x="4766716" y="3919219"/>
                  <a:pt x="4796184" y="3919219"/>
                </a:cubicBezTo>
                <a:close/>
                <a:moveTo>
                  <a:pt x="4260999" y="3919219"/>
                </a:moveTo>
                <a:cubicBezTo>
                  <a:pt x="4283620" y="3919219"/>
                  <a:pt x="4294931" y="3933209"/>
                  <a:pt x="4294931" y="3961189"/>
                </a:cubicBezTo>
                <a:lnTo>
                  <a:pt x="4294931" y="4110315"/>
                </a:lnTo>
                <a:cubicBezTo>
                  <a:pt x="4294931" y="4140080"/>
                  <a:pt x="4283024" y="4154963"/>
                  <a:pt x="4259212" y="4154963"/>
                </a:cubicBezTo>
                <a:cubicBezTo>
                  <a:pt x="4234209" y="4154963"/>
                  <a:pt x="4221707" y="4140080"/>
                  <a:pt x="4221707" y="4110315"/>
                </a:cubicBezTo>
                <a:lnTo>
                  <a:pt x="4221707" y="3961189"/>
                </a:lnTo>
                <a:cubicBezTo>
                  <a:pt x="4221707" y="3933209"/>
                  <a:pt x="4234804" y="3919219"/>
                  <a:pt x="4260999" y="3919219"/>
                </a:cubicBezTo>
                <a:close/>
                <a:moveTo>
                  <a:pt x="8210450" y="3908504"/>
                </a:moveTo>
                <a:lnTo>
                  <a:pt x="8210450" y="3926363"/>
                </a:lnTo>
                <a:lnTo>
                  <a:pt x="8234560" y="3926363"/>
                </a:lnTo>
                <a:lnTo>
                  <a:pt x="8434585" y="4275960"/>
                </a:lnTo>
                <a:lnTo>
                  <a:pt x="8379668" y="4382670"/>
                </a:lnTo>
                <a:lnTo>
                  <a:pt x="8377882" y="4382670"/>
                </a:lnTo>
                <a:cubicBezTo>
                  <a:pt x="8374012" y="4360048"/>
                  <a:pt x="8364264" y="4342263"/>
                  <a:pt x="8348637" y="4329315"/>
                </a:cubicBezTo>
                <a:cubicBezTo>
                  <a:pt x="8333010" y="4316367"/>
                  <a:pt x="8314183" y="4309893"/>
                  <a:pt x="8292157" y="4309893"/>
                </a:cubicBezTo>
                <a:cubicBezTo>
                  <a:pt x="8267749" y="4309893"/>
                  <a:pt x="8247434" y="4318376"/>
                  <a:pt x="8231212" y="4335343"/>
                </a:cubicBezTo>
                <a:cubicBezTo>
                  <a:pt x="8214989" y="4352309"/>
                  <a:pt x="8206878" y="4373592"/>
                  <a:pt x="8206878" y="4399190"/>
                </a:cubicBezTo>
                <a:cubicBezTo>
                  <a:pt x="8206878" y="4423895"/>
                  <a:pt x="8215064" y="4444285"/>
                  <a:pt x="8231435" y="4460358"/>
                </a:cubicBezTo>
                <a:cubicBezTo>
                  <a:pt x="8247806" y="4476432"/>
                  <a:pt x="8268642" y="4484468"/>
                  <a:pt x="8293943" y="4484468"/>
                </a:cubicBezTo>
                <a:cubicBezTo>
                  <a:pt x="8333531" y="4484468"/>
                  <a:pt x="8367315" y="4456935"/>
                  <a:pt x="8395294" y="4401869"/>
                </a:cubicBezTo>
                <a:lnTo>
                  <a:pt x="8597552" y="4002265"/>
                </a:lnTo>
                <a:cubicBezTo>
                  <a:pt x="8610649" y="3976072"/>
                  <a:pt x="8622852" y="3957617"/>
                  <a:pt x="8634164" y="3946901"/>
                </a:cubicBezTo>
                <a:cubicBezTo>
                  <a:pt x="8645474" y="3936186"/>
                  <a:pt x="8659762" y="3929340"/>
                  <a:pt x="8677026" y="3926363"/>
                </a:cubicBezTo>
                <a:lnTo>
                  <a:pt x="8677026" y="3908504"/>
                </a:lnTo>
                <a:lnTo>
                  <a:pt x="8523436" y="3908504"/>
                </a:lnTo>
                <a:lnTo>
                  <a:pt x="8523436" y="3926363"/>
                </a:lnTo>
                <a:cubicBezTo>
                  <a:pt x="8543081" y="3928447"/>
                  <a:pt x="8557442" y="3932986"/>
                  <a:pt x="8566521" y="3939981"/>
                </a:cubicBezTo>
                <a:cubicBezTo>
                  <a:pt x="8575600" y="3946976"/>
                  <a:pt x="8580139" y="3958361"/>
                  <a:pt x="8580139" y="3974137"/>
                </a:cubicBezTo>
                <a:cubicBezTo>
                  <a:pt x="8580139" y="3979792"/>
                  <a:pt x="8578874" y="3986787"/>
                  <a:pt x="8576344" y="3995122"/>
                </a:cubicBezTo>
                <a:cubicBezTo>
                  <a:pt x="8573814" y="4003456"/>
                  <a:pt x="8563470" y="4025036"/>
                  <a:pt x="8545313" y="4059862"/>
                </a:cubicBezTo>
                <a:lnTo>
                  <a:pt x="8469411" y="3926363"/>
                </a:lnTo>
                <a:lnTo>
                  <a:pt x="8507808" y="3926363"/>
                </a:lnTo>
                <a:lnTo>
                  <a:pt x="8507808" y="3908504"/>
                </a:lnTo>
                <a:close/>
                <a:moveTo>
                  <a:pt x="9741296" y="3901806"/>
                </a:moveTo>
                <a:cubicBezTo>
                  <a:pt x="9672240" y="3901806"/>
                  <a:pt x="9614718" y="3921080"/>
                  <a:pt x="9568730" y="3959626"/>
                </a:cubicBezTo>
                <a:cubicBezTo>
                  <a:pt x="9522742" y="3998173"/>
                  <a:pt x="9499748" y="4046021"/>
                  <a:pt x="9499748" y="4103171"/>
                </a:cubicBezTo>
                <a:cubicBezTo>
                  <a:pt x="9499748" y="4156451"/>
                  <a:pt x="9522295" y="4201174"/>
                  <a:pt x="9567390" y="4237339"/>
                </a:cubicBezTo>
                <a:cubicBezTo>
                  <a:pt x="9612485" y="4273505"/>
                  <a:pt x="9668817" y="4291587"/>
                  <a:pt x="9736385" y="4291587"/>
                </a:cubicBezTo>
                <a:cubicBezTo>
                  <a:pt x="9817943" y="4291587"/>
                  <a:pt x="9887445" y="4253785"/>
                  <a:pt x="9944893" y="4178180"/>
                </a:cubicBezTo>
                <a:lnTo>
                  <a:pt x="9930605" y="4162553"/>
                </a:lnTo>
                <a:cubicBezTo>
                  <a:pt x="9907984" y="4193212"/>
                  <a:pt x="9882013" y="4217471"/>
                  <a:pt x="9852694" y="4235330"/>
                </a:cubicBezTo>
                <a:cubicBezTo>
                  <a:pt x="9823375" y="4253190"/>
                  <a:pt x="9795321" y="4262119"/>
                  <a:pt x="9768532" y="4262119"/>
                </a:cubicBezTo>
                <a:cubicBezTo>
                  <a:pt x="9755732" y="4262119"/>
                  <a:pt x="9745017" y="4258696"/>
                  <a:pt x="9736385" y="4251850"/>
                </a:cubicBezTo>
                <a:cubicBezTo>
                  <a:pt x="9727753" y="4245004"/>
                  <a:pt x="9721948" y="4236223"/>
                  <a:pt x="9718972" y="4225508"/>
                </a:cubicBezTo>
                <a:cubicBezTo>
                  <a:pt x="9715995" y="4214792"/>
                  <a:pt x="9714507" y="4196784"/>
                  <a:pt x="9714507" y="4171483"/>
                </a:cubicBezTo>
                <a:lnTo>
                  <a:pt x="9714507" y="4092009"/>
                </a:lnTo>
                <a:lnTo>
                  <a:pt x="9952483" y="4092009"/>
                </a:lnTo>
                <a:cubicBezTo>
                  <a:pt x="9943851" y="4033370"/>
                  <a:pt x="9919964" y="3987011"/>
                  <a:pt x="9880822" y="3952929"/>
                </a:cubicBezTo>
                <a:cubicBezTo>
                  <a:pt x="9841681" y="3918847"/>
                  <a:pt x="9795172" y="3901806"/>
                  <a:pt x="9741296" y="3901806"/>
                </a:cubicBezTo>
                <a:close/>
                <a:moveTo>
                  <a:pt x="6140846" y="3901806"/>
                </a:moveTo>
                <a:cubicBezTo>
                  <a:pt x="6071790" y="3901806"/>
                  <a:pt x="6014268" y="3921080"/>
                  <a:pt x="5968280" y="3959626"/>
                </a:cubicBezTo>
                <a:cubicBezTo>
                  <a:pt x="5922292" y="3998173"/>
                  <a:pt x="5899298" y="4046021"/>
                  <a:pt x="5899298" y="4103171"/>
                </a:cubicBezTo>
                <a:cubicBezTo>
                  <a:pt x="5899298" y="4156451"/>
                  <a:pt x="5921846" y="4201174"/>
                  <a:pt x="5966941" y="4237339"/>
                </a:cubicBezTo>
                <a:cubicBezTo>
                  <a:pt x="6012036" y="4273505"/>
                  <a:pt x="6068367" y="4291587"/>
                  <a:pt x="6135935" y="4291587"/>
                </a:cubicBezTo>
                <a:cubicBezTo>
                  <a:pt x="6217493" y="4291587"/>
                  <a:pt x="6286995" y="4253785"/>
                  <a:pt x="6344443" y="4178180"/>
                </a:cubicBezTo>
                <a:lnTo>
                  <a:pt x="6330156" y="4162553"/>
                </a:lnTo>
                <a:cubicBezTo>
                  <a:pt x="6307534" y="4193212"/>
                  <a:pt x="6281563" y="4217471"/>
                  <a:pt x="6252244" y="4235330"/>
                </a:cubicBezTo>
                <a:cubicBezTo>
                  <a:pt x="6222925" y="4253190"/>
                  <a:pt x="6194871" y="4262119"/>
                  <a:pt x="6168082" y="4262119"/>
                </a:cubicBezTo>
                <a:cubicBezTo>
                  <a:pt x="6155283" y="4262119"/>
                  <a:pt x="6144567" y="4258696"/>
                  <a:pt x="6135935" y="4251850"/>
                </a:cubicBezTo>
                <a:cubicBezTo>
                  <a:pt x="6127303" y="4245004"/>
                  <a:pt x="6121499" y="4236223"/>
                  <a:pt x="6118522" y="4225508"/>
                </a:cubicBezTo>
                <a:cubicBezTo>
                  <a:pt x="6115545" y="4214792"/>
                  <a:pt x="6114057" y="4196784"/>
                  <a:pt x="6114057" y="4171483"/>
                </a:cubicBezTo>
                <a:lnTo>
                  <a:pt x="6114057" y="4092009"/>
                </a:lnTo>
                <a:lnTo>
                  <a:pt x="6352033" y="4092009"/>
                </a:lnTo>
                <a:cubicBezTo>
                  <a:pt x="6343401" y="4033370"/>
                  <a:pt x="6319514" y="3987011"/>
                  <a:pt x="6280373" y="3952929"/>
                </a:cubicBezTo>
                <a:cubicBezTo>
                  <a:pt x="6241231" y="3918847"/>
                  <a:pt x="6194722" y="3901806"/>
                  <a:pt x="6140846" y="3901806"/>
                </a:cubicBezTo>
                <a:close/>
                <a:moveTo>
                  <a:pt x="4778771" y="3901806"/>
                </a:moveTo>
                <a:cubicBezTo>
                  <a:pt x="4709715" y="3901806"/>
                  <a:pt x="4652193" y="3921080"/>
                  <a:pt x="4606205" y="3959626"/>
                </a:cubicBezTo>
                <a:cubicBezTo>
                  <a:pt x="4560217" y="3998173"/>
                  <a:pt x="4537223" y="4046021"/>
                  <a:pt x="4537223" y="4103171"/>
                </a:cubicBezTo>
                <a:cubicBezTo>
                  <a:pt x="4537223" y="4156451"/>
                  <a:pt x="4559770" y="4201174"/>
                  <a:pt x="4604865" y="4237339"/>
                </a:cubicBezTo>
                <a:cubicBezTo>
                  <a:pt x="4649960" y="4273505"/>
                  <a:pt x="4706292" y="4291587"/>
                  <a:pt x="4773860" y="4291587"/>
                </a:cubicBezTo>
                <a:cubicBezTo>
                  <a:pt x="4855417" y="4291587"/>
                  <a:pt x="4924920" y="4253785"/>
                  <a:pt x="4982368" y="4178180"/>
                </a:cubicBezTo>
                <a:lnTo>
                  <a:pt x="4968080" y="4162553"/>
                </a:lnTo>
                <a:cubicBezTo>
                  <a:pt x="4945458" y="4193212"/>
                  <a:pt x="4919488" y="4217471"/>
                  <a:pt x="4890169" y="4235330"/>
                </a:cubicBezTo>
                <a:cubicBezTo>
                  <a:pt x="4860850" y="4253190"/>
                  <a:pt x="4832796" y="4262119"/>
                  <a:pt x="4806007" y="4262119"/>
                </a:cubicBezTo>
                <a:cubicBezTo>
                  <a:pt x="4793207" y="4262119"/>
                  <a:pt x="4782492" y="4258696"/>
                  <a:pt x="4773860" y="4251850"/>
                </a:cubicBezTo>
                <a:cubicBezTo>
                  <a:pt x="4765228" y="4245004"/>
                  <a:pt x="4759424" y="4236223"/>
                  <a:pt x="4756447" y="4225508"/>
                </a:cubicBezTo>
                <a:cubicBezTo>
                  <a:pt x="4753470" y="4214792"/>
                  <a:pt x="4751982" y="4196784"/>
                  <a:pt x="4751982" y="4171483"/>
                </a:cubicBezTo>
                <a:lnTo>
                  <a:pt x="4751982" y="4092009"/>
                </a:lnTo>
                <a:lnTo>
                  <a:pt x="4989958" y="4092009"/>
                </a:lnTo>
                <a:cubicBezTo>
                  <a:pt x="4981326" y="4033370"/>
                  <a:pt x="4957439" y="3987011"/>
                  <a:pt x="4918298" y="3952929"/>
                </a:cubicBezTo>
                <a:cubicBezTo>
                  <a:pt x="4879156" y="3918847"/>
                  <a:pt x="4832647" y="3901806"/>
                  <a:pt x="4778771" y="3901806"/>
                </a:cubicBezTo>
                <a:close/>
                <a:moveTo>
                  <a:pt x="3683396" y="3901806"/>
                </a:moveTo>
                <a:cubicBezTo>
                  <a:pt x="3631307" y="3901806"/>
                  <a:pt x="3591049" y="3909769"/>
                  <a:pt x="3562623" y="3925693"/>
                </a:cubicBezTo>
                <a:cubicBezTo>
                  <a:pt x="3534196" y="3941618"/>
                  <a:pt x="3519983" y="3964165"/>
                  <a:pt x="3519983" y="3993336"/>
                </a:cubicBezTo>
                <a:cubicBezTo>
                  <a:pt x="3519983" y="4014767"/>
                  <a:pt x="3527052" y="4032180"/>
                  <a:pt x="3541191" y="4045574"/>
                </a:cubicBezTo>
                <a:cubicBezTo>
                  <a:pt x="3555330" y="4058969"/>
                  <a:pt x="3573859" y="4065666"/>
                  <a:pt x="3596779" y="4065666"/>
                </a:cubicBezTo>
                <a:cubicBezTo>
                  <a:pt x="3618507" y="4065666"/>
                  <a:pt x="3635920" y="4059118"/>
                  <a:pt x="3649017" y="4046021"/>
                </a:cubicBezTo>
                <a:cubicBezTo>
                  <a:pt x="3662114" y="4032924"/>
                  <a:pt x="3668663" y="4015362"/>
                  <a:pt x="3668663" y="3993336"/>
                </a:cubicBezTo>
                <a:cubicBezTo>
                  <a:pt x="3668663" y="3960296"/>
                  <a:pt x="3652589" y="3939013"/>
                  <a:pt x="3620442" y="3929488"/>
                </a:cubicBezTo>
                <a:cubicBezTo>
                  <a:pt x="3629669" y="3925024"/>
                  <a:pt x="3643659" y="3922791"/>
                  <a:pt x="3662412" y="3922791"/>
                </a:cubicBezTo>
                <a:cubicBezTo>
                  <a:pt x="3677295" y="3922791"/>
                  <a:pt x="3690838" y="3925024"/>
                  <a:pt x="3703042" y="3929488"/>
                </a:cubicBezTo>
                <a:cubicBezTo>
                  <a:pt x="3715246" y="3933953"/>
                  <a:pt x="3724324" y="3940576"/>
                  <a:pt x="3730277" y="3949357"/>
                </a:cubicBezTo>
                <a:cubicBezTo>
                  <a:pt x="3736230" y="3958138"/>
                  <a:pt x="3739207" y="3974583"/>
                  <a:pt x="3739207" y="3998694"/>
                </a:cubicBezTo>
                <a:lnTo>
                  <a:pt x="3739207" y="4087544"/>
                </a:lnTo>
                <a:cubicBezTo>
                  <a:pt x="3709442" y="4077721"/>
                  <a:pt x="3674765" y="4072810"/>
                  <a:pt x="3635176" y="4072810"/>
                </a:cubicBezTo>
                <a:cubicBezTo>
                  <a:pt x="3583682" y="4072810"/>
                  <a:pt x="3543201" y="4082707"/>
                  <a:pt x="3513732" y="4102501"/>
                </a:cubicBezTo>
                <a:cubicBezTo>
                  <a:pt x="3484265" y="4122295"/>
                  <a:pt x="3469531" y="4149605"/>
                  <a:pt x="3469531" y="4184431"/>
                </a:cubicBezTo>
                <a:cubicBezTo>
                  <a:pt x="3469531" y="4215090"/>
                  <a:pt x="3483595" y="4240614"/>
                  <a:pt x="3511723" y="4261003"/>
                </a:cubicBezTo>
                <a:cubicBezTo>
                  <a:pt x="3539852" y="4281393"/>
                  <a:pt x="3575496" y="4291587"/>
                  <a:pt x="3618656" y="4291587"/>
                </a:cubicBezTo>
                <a:cubicBezTo>
                  <a:pt x="3660328" y="4291587"/>
                  <a:pt x="3702000" y="4278490"/>
                  <a:pt x="3743672" y="4252297"/>
                </a:cubicBezTo>
                <a:cubicBezTo>
                  <a:pt x="3770461" y="4278490"/>
                  <a:pt x="3803501" y="4291587"/>
                  <a:pt x="3842791" y="4291587"/>
                </a:cubicBezTo>
                <a:cubicBezTo>
                  <a:pt x="3914824" y="4291587"/>
                  <a:pt x="3964384" y="4263756"/>
                  <a:pt x="3991471" y="4208095"/>
                </a:cubicBezTo>
                <a:lnTo>
                  <a:pt x="3975397" y="4200058"/>
                </a:lnTo>
                <a:cubicBezTo>
                  <a:pt x="3963193" y="4220596"/>
                  <a:pt x="3954263" y="4230865"/>
                  <a:pt x="3948608" y="4230865"/>
                </a:cubicBezTo>
                <a:cubicBezTo>
                  <a:pt x="3945334" y="4230865"/>
                  <a:pt x="3943324" y="4229377"/>
                  <a:pt x="3942581" y="4226401"/>
                </a:cubicBezTo>
                <a:cubicBezTo>
                  <a:pt x="3941837" y="4223424"/>
                  <a:pt x="3941464" y="4217322"/>
                  <a:pt x="3941464" y="4208095"/>
                </a:cubicBezTo>
                <a:lnTo>
                  <a:pt x="3941464" y="4039770"/>
                </a:lnTo>
                <a:cubicBezTo>
                  <a:pt x="3941464" y="4012683"/>
                  <a:pt x="3938339" y="3992666"/>
                  <a:pt x="3932088" y="3979718"/>
                </a:cubicBezTo>
                <a:cubicBezTo>
                  <a:pt x="3925838" y="3966770"/>
                  <a:pt x="3914378" y="3954417"/>
                  <a:pt x="3897709" y="3942660"/>
                </a:cubicBezTo>
                <a:cubicBezTo>
                  <a:pt x="3881040" y="3930902"/>
                  <a:pt x="3854995" y="3921154"/>
                  <a:pt x="3819574" y="3913415"/>
                </a:cubicBezTo>
                <a:cubicBezTo>
                  <a:pt x="3784153" y="3905676"/>
                  <a:pt x="3738760" y="3901806"/>
                  <a:pt x="3683396" y="3901806"/>
                </a:cubicBezTo>
                <a:close/>
                <a:moveTo>
                  <a:pt x="2530871" y="3901806"/>
                </a:moveTo>
                <a:cubicBezTo>
                  <a:pt x="2478782" y="3901806"/>
                  <a:pt x="2438524" y="3909769"/>
                  <a:pt x="2410097" y="3925693"/>
                </a:cubicBezTo>
                <a:cubicBezTo>
                  <a:pt x="2381672" y="3941618"/>
                  <a:pt x="2367458" y="3964165"/>
                  <a:pt x="2367458" y="3993336"/>
                </a:cubicBezTo>
                <a:cubicBezTo>
                  <a:pt x="2367458" y="4014767"/>
                  <a:pt x="2374528" y="4032180"/>
                  <a:pt x="2388666" y="4045574"/>
                </a:cubicBezTo>
                <a:cubicBezTo>
                  <a:pt x="2402805" y="4058969"/>
                  <a:pt x="2421334" y="4065666"/>
                  <a:pt x="2444254" y="4065666"/>
                </a:cubicBezTo>
                <a:cubicBezTo>
                  <a:pt x="2465983" y="4065666"/>
                  <a:pt x="2483396" y="4059118"/>
                  <a:pt x="2496492" y="4046021"/>
                </a:cubicBezTo>
                <a:cubicBezTo>
                  <a:pt x="2509589" y="4032924"/>
                  <a:pt x="2516137" y="4015362"/>
                  <a:pt x="2516137" y="3993336"/>
                </a:cubicBezTo>
                <a:cubicBezTo>
                  <a:pt x="2516137" y="3960296"/>
                  <a:pt x="2500064" y="3939013"/>
                  <a:pt x="2467917" y="3929488"/>
                </a:cubicBezTo>
                <a:cubicBezTo>
                  <a:pt x="2477145" y="3925024"/>
                  <a:pt x="2491134" y="3922791"/>
                  <a:pt x="2509887" y="3922791"/>
                </a:cubicBezTo>
                <a:cubicBezTo>
                  <a:pt x="2524769" y="3922791"/>
                  <a:pt x="2538313" y="3925024"/>
                  <a:pt x="2550517" y="3929488"/>
                </a:cubicBezTo>
                <a:cubicBezTo>
                  <a:pt x="2562721" y="3933953"/>
                  <a:pt x="2571799" y="3940576"/>
                  <a:pt x="2577752" y="3949357"/>
                </a:cubicBezTo>
                <a:cubicBezTo>
                  <a:pt x="2583706" y="3958138"/>
                  <a:pt x="2586682" y="3974583"/>
                  <a:pt x="2586682" y="3998694"/>
                </a:cubicBezTo>
                <a:lnTo>
                  <a:pt x="2586682" y="4087544"/>
                </a:lnTo>
                <a:cubicBezTo>
                  <a:pt x="2556917" y="4077721"/>
                  <a:pt x="2522239" y="4072810"/>
                  <a:pt x="2482651" y="4072810"/>
                </a:cubicBezTo>
                <a:cubicBezTo>
                  <a:pt x="2431157" y="4072810"/>
                  <a:pt x="2390675" y="4082707"/>
                  <a:pt x="2361208" y="4102501"/>
                </a:cubicBezTo>
                <a:cubicBezTo>
                  <a:pt x="2331740" y="4122295"/>
                  <a:pt x="2317005" y="4149605"/>
                  <a:pt x="2317005" y="4184431"/>
                </a:cubicBezTo>
                <a:cubicBezTo>
                  <a:pt x="2317005" y="4215090"/>
                  <a:pt x="2331070" y="4240614"/>
                  <a:pt x="2359198" y="4261003"/>
                </a:cubicBezTo>
                <a:cubicBezTo>
                  <a:pt x="2387327" y="4281393"/>
                  <a:pt x="2422971" y="4291587"/>
                  <a:pt x="2466131" y="4291587"/>
                </a:cubicBezTo>
                <a:cubicBezTo>
                  <a:pt x="2507803" y="4291587"/>
                  <a:pt x="2549475" y="4278490"/>
                  <a:pt x="2591147" y="4252297"/>
                </a:cubicBezTo>
                <a:cubicBezTo>
                  <a:pt x="2617936" y="4278490"/>
                  <a:pt x="2650976" y="4291587"/>
                  <a:pt x="2690267" y="4291587"/>
                </a:cubicBezTo>
                <a:cubicBezTo>
                  <a:pt x="2762299" y="4291587"/>
                  <a:pt x="2811859" y="4263756"/>
                  <a:pt x="2838945" y="4208095"/>
                </a:cubicBezTo>
                <a:lnTo>
                  <a:pt x="2822872" y="4200058"/>
                </a:lnTo>
                <a:cubicBezTo>
                  <a:pt x="2810668" y="4220596"/>
                  <a:pt x="2801739" y="4230865"/>
                  <a:pt x="2796083" y="4230865"/>
                </a:cubicBezTo>
                <a:cubicBezTo>
                  <a:pt x="2792809" y="4230865"/>
                  <a:pt x="2790800" y="4229377"/>
                  <a:pt x="2790056" y="4226401"/>
                </a:cubicBezTo>
                <a:cubicBezTo>
                  <a:pt x="2789312" y="4223424"/>
                  <a:pt x="2788940" y="4217322"/>
                  <a:pt x="2788940" y="4208095"/>
                </a:cubicBezTo>
                <a:lnTo>
                  <a:pt x="2788940" y="4039770"/>
                </a:lnTo>
                <a:cubicBezTo>
                  <a:pt x="2788940" y="4012683"/>
                  <a:pt x="2785814" y="3992666"/>
                  <a:pt x="2779563" y="3979718"/>
                </a:cubicBezTo>
                <a:cubicBezTo>
                  <a:pt x="2773312" y="3966770"/>
                  <a:pt x="2761853" y="3954417"/>
                  <a:pt x="2745184" y="3942660"/>
                </a:cubicBezTo>
                <a:cubicBezTo>
                  <a:pt x="2728515" y="3930902"/>
                  <a:pt x="2702470" y="3921154"/>
                  <a:pt x="2667049" y="3913415"/>
                </a:cubicBezTo>
                <a:cubicBezTo>
                  <a:pt x="2631628" y="3905676"/>
                  <a:pt x="2586236" y="3901806"/>
                  <a:pt x="2530871" y="3901806"/>
                </a:cubicBezTo>
                <a:close/>
                <a:moveTo>
                  <a:pt x="10231536" y="3896449"/>
                </a:moveTo>
                <a:cubicBezTo>
                  <a:pt x="10197603" y="3904485"/>
                  <a:pt x="10158015" y="3908504"/>
                  <a:pt x="10112771" y="3908504"/>
                </a:cubicBezTo>
                <a:lnTo>
                  <a:pt x="9971682" y="3908504"/>
                </a:lnTo>
                <a:lnTo>
                  <a:pt x="9971682" y="3926363"/>
                </a:lnTo>
                <a:lnTo>
                  <a:pt x="10028385" y="3926363"/>
                </a:lnTo>
                <a:lnTo>
                  <a:pt x="10028385" y="4261226"/>
                </a:lnTo>
                <a:lnTo>
                  <a:pt x="9971682" y="4261226"/>
                </a:lnTo>
                <a:lnTo>
                  <a:pt x="9971682" y="4279532"/>
                </a:lnTo>
                <a:lnTo>
                  <a:pt x="10262790" y="4279532"/>
                </a:lnTo>
                <a:lnTo>
                  <a:pt x="10262790" y="4261226"/>
                </a:lnTo>
                <a:lnTo>
                  <a:pt x="10231536" y="4261226"/>
                </a:lnTo>
                <a:lnTo>
                  <a:pt x="10231536" y="3981281"/>
                </a:lnTo>
                <a:cubicBezTo>
                  <a:pt x="10249098" y="3963719"/>
                  <a:pt x="10265171" y="3954938"/>
                  <a:pt x="10279756" y="3954938"/>
                </a:cubicBezTo>
                <a:cubicBezTo>
                  <a:pt x="10295830" y="3954938"/>
                  <a:pt x="10303866" y="3968928"/>
                  <a:pt x="10303866" y="3996908"/>
                </a:cubicBezTo>
                <a:lnTo>
                  <a:pt x="10303866" y="4261226"/>
                </a:lnTo>
                <a:lnTo>
                  <a:pt x="10274398" y="4261226"/>
                </a:lnTo>
                <a:lnTo>
                  <a:pt x="10274398" y="4279532"/>
                </a:lnTo>
                <a:lnTo>
                  <a:pt x="10536931" y="4279532"/>
                </a:lnTo>
                <a:lnTo>
                  <a:pt x="10536931" y="4261226"/>
                </a:lnTo>
                <a:lnTo>
                  <a:pt x="10505677" y="4261226"/>
                </a:lnTo>
                <a:lnTo>
                  <a:pt x="10505677" y="3981281"/>
                </a:lnTo>
                <a:cubicBezTo>
                  <a:pt x="10521155" y="3963124"/>
                  <a:pt x="10537973" y="3954045"/>
                  <a:pt x="10556130" y="3954045"/>
                </a:cubicBezTo>
                <a:cubicBezTo>
                  <a:pt x="10564762" y="3954045"/>
                  <a:pt x="10571162" y="3957022"/>
                  <a:pt x="10575329" y="3962975"/>
                </a:cubicBezTo>
                <a:cubicBezTo>
                  <a:pt x="10579496" y="3968928"/>
                  <a:pt x="10581580" y="3981727"/>
                  <a:pt x="10581580" y="4001372"/>
                </a:cubicBezTo>
                <a:lnTo>
                  <a:pt x="10581580" y="4261226"/>
                </a:lnTo>
                <a:lnTo>
                  <a:pt x="10550772" y="4261226"/>
                </a:lnTo>
                <a:lnTo>
                  <a:pt x="10550772" y="4279532"/>
                </a:lnTo>
                <a:lnTo>
                  <a:pt x="10838755" y="4279532"/>
                </a:lnTo>
                <a:lnTo>
                  <a:pt x="10838755" y="4261226"/>
                </a:lnTo>
                <a:lnTo>
                  <a:pt x="10782944" y="4261226"/>
                </a:lnTo>
                <a:lnTo>
                  <a:pt x="10782944" y="4024590"/>
                </a:lnTo>
                <a:cubicBezTo>
                  <a:pt x="10782944" y="3978155"/>
                  <a:pt x="10768805" y="3946083"/>
                  <a:pt x="10740528" y="3928372"/>
                </a:cubicBezTo>
                <a:cubicBezTo>
                  <a:pt x="10712251" y="3910662"/>
                  <a:pt x="10680401" y="3901806"/>
                  <a:pt x="10644980" y="3901806"/>
                </a:cubicBezTo>
                <a:cubicBezTo>
                  <a:pt x="10596165" y="3901806"/>
                  <a:pt x="10548242" y="3921005"/>
                  <a:pt x="10501212" y="3959403"/>
                </a:cubicBezTo>
                <a:cubicBezTo>
                  <a:pt x="10471744" y="3921005"/>
                  <a:pt x="10431561" y="3901806"/>
                  <a:pt x="10380662" y="3901806"/>
                </a:cubicBezTo>
                <a:cubicBezTo>
                  <a:pt x="10330655" y="3901806"/>
                  <a:pt x="10280947" y="3921005"/>
                  <a:pt x="10231536" y="3959403"/>
                </a:cubicBezTo>
                <a:close/>
                <a:moveTo>
                  <a:pt x="6631086" y="3896449"/>
                </a:moveTo>
                <a:cubicBezTo>
                  <a:pt x="6599237" y="3904485"/>
                  <a:pt x="6569322" y="3908504"/>
                  <a:pt x="6541343" y="3908504"/>
                </a:cubicBezTo>
                <a:lnTo>
                  <a:pt x="6371232" y="3908504"/>
                </a:lnTo>
                <a:lnTo>
                  <a:pt x="6371232" y="3926363"/>
                </a:lnTo>
                <a:lnTo>
                  <a:pt x="6427936" y="3926363"/>
                </a:lnTo>
                <a:lnTo>
                  <a:pt x="6427936" y="4261226"/>
                </a:lnTo>
                <a:lnTo>
                  <a:pt x="6371232" y="4261226"/>
                </a:lnTo>
                <a:lnTo>
                  <a:pt x="6371232" y="4279532"/>
                </a:lnTo>
                <a:lnTo>
                  <a:pt x="6662340" y="4279532"/>
                </a:lnTo>
                <a:lnTo>
                  <a:pt x="6662340" y="4261226"/>
                </a:lnTo>
                <a:lnTo>
                  <a:pt x="6631086" y="4261226"/>
                </a:lnTo>
                <a:lnTo>
                  <a:pt x="6631086" y="3978602"/>
                </a:lnTo>
                <a:cubicBezTo>
                  <a:pt x="6650136" y="3961635"/>
                  <a:pt x="6666954" y="3953152"/>
                  <a:pt x="6681539" y="3953152"/>
                </a:cubicBezTo>
                <a:cubicBezTo>
                  <a:pt x="6699696" y="3953152"/>
                  <a:pt x="6708774" y="3968630"/>
                  <a:pt x="6708774" y="3999587"/>
                </a:cubicBezTo>
                <a:lnTo>
                  <a:pt x="6708774" y="4261226"/>
                </a:lnTo>
                <a:lnTo>
                  <a:pt x="6677520" y="4261226"/>
                </a:lnTo>
                <a:lnTo>
                  <a:pt x="6677520" y="4279532"/>
                </a:lnTo>
                <a:lnTo>
                  <a:pt x="6967735" y="4279532"/>
                </a:lnTo>
                <a:lnTo>
                  <a:pt x="6967735" y="4261226"/>
                </a:lnTo>
                <a:lnTo>
                  <a:pt x="6911925" y="4261226"/>
                </a:lnTo>
                <a:lnTo>
                  <a:pt x="6911925" y="4020571"/>
                </a:lnTo>
                <a:cubicBezTo>
                  <a:pt x="6911925" y="3976518"/>
                  <a:pt x="6899051" y="3945711"/>
                  <a:pt x="6873304" y="3928149"/>
                </a:cubicBezTo>
                <a:cubicBezTo>
                  <a:pt x="6847557" y="3910587"/>
                  <a:pt x="6817121" y="3901806"/>
                  <a:pt x="6781998" y="3901806"/>
                </a:cubicBezTo>
                <a:cubicBezTo>
                  <a:pt x="6731396" y="3901806"/>
                  <a:pt x="6681092" y="3920112"/>
                  <a:pt x="6631086" y="3956724"/>
                </a:cubicBezTo>
                <a:close/>
                <a:moveTo>
                  <a:pt x="5269011" y="3896449"/>
                </a:moveTo>
                <a:cubicBezTo>
                  <a:pt x="5235078" y="3904485"/>
                  <a:pt x="5195490" y="3908504"/>
                  <a:pt x="5150246" y="3908504"/>
                </a:cubicBezTo>
                <a:lnTo>
                  <a:pt x="5009157" y="3908504"/>
                </a:lnTo>
                <a:lnTo>
                  <a:pt x="5009157" y="3926363"/>
                </a:lnTo>
                <a:lnTo>
                  <a:pt x="5065861" y="3926363"/>
                </a:lnTo>
                <a:lnTo>
                  <a:pt x="5065861" y="4261226"/>
                </a:lnTo>
                <a:lnTo>
                  <a:pt x="5009157" y="4261226"/>
                </a:lnTo>
                <a:lnTo>
                  <a:pt x="5009157" y="4279532"/>
                </a:lnTo>
                <a:lnTo>
                  <a:pt x="5300265" y="4279532"/>
                </a:lnTo>
                <a:lnTo>
                  <a:pt x="5300265" y="4261226"/>
                </a:lnTo>
                <a:lnTo>
                  <a:pt x="5269011" y="4261226"/>
                </a:lnTo>
                <a:lnTo>
                  <a:pt x="5269011" y="3981281"/>
                </a:lnTo>
                <a:cubicBezTo>
                  <a:pt x="5286573" y="3963719"/>
                  <a:pt x="5302646" y="3954938"/>
                  <a:pt x="5317231" y="3954938"/>
                </a:cubicBezTo>
                <a:cubicBezTo>
                  <a:pt x="5333305" y="3954938"/>
                  <a:pt x="5341342" y="3968928"/>
                  <a:pt x="5341342" y="3996908"/>
                </a:cubicBezTo>
                <a:lnTo>
                  <a:pt x="5341342" y="4261226"/>
                </a:lnTo>
                <a:lnTo>
                  <a:pt x="5311874" y="4261226"/>
                </a:lnTo>
                <a:lnTo>
                  <a:pt x="5311874" y="4279532"/>
                </a:lnTo>
                <a:lnTo>
                  <a:pt x="5574406" y="4279532"/>
                </a:lnTo>
                <a:lnTo>
                  <a:pt x="5574406" y="4261226"/>
                </a:lnTo>
                <a:lnTo>
                  <a:pt x="5543153" y="4261226"/>
                </a:lnTo>
                <a:lnTo>
                  <a:pt x="5543153" y="3981281"/>
                </a:lnTo>
                <a:cubicBezTo>
                  <a:pt x="5558631" y="3963124"/>
                  <a:pt x="5575448" y="3954045"/>
                  <a:pt x="5593605" y="3954045"/>
                </a:cubicBezTo>
                <a:cubicBezTo>
                  <a:pt x="5602238" y="3954045"/>
                  <a:pt x="5608637" y="3957022"/>
                  <a:pt x="5612804" y="3962975"/>
                </a:cubicBezTo>
                <a:cubicBezTo>
                  <a:pt x="5616971" y="3968928"/>
                  <a:pt x="5619055" y="3981727"/>
                  <a:pt x="5619055" y="4001372"/>
                </a:cubicBezTo>
                <a:lnTo>
                  <a:pt x="5619055" y="4261226"/>
                </a:lnTo>
                <a:lnTo>
                  <a:pt x="5588247" y="4261226"/>
                </a:lnTo>
                <a:lnTo>
                  <a:pt x="5588247" y="4279532"/>
                </a:lnTo>
                <a:lnTo>
                  <a:pt x="5876230" y="4279532"/>
                </a:lnTo>
                <a:lnTo>
                  <a:pt x="5876230" y="4261226"/>
                </a:lnTo>
                <a:lnTo>
                  <a:pt x="5820420" y="4261226"/>
                </a:lnTo>
                <a:lnTo>
                  <a:pt x="5820420" y="4024590"/>
                </a:lnTo>
                <a:cubicBezTo>
                  <a:pt x="5820420" y="3978155"/>
                  <a:pt x="5806281" y="3946083"/>
                  <a:pt x="5778003" y="3928372"/>
                </a:cubicBezTo>
                <a:cubicBezTo>
                  <a:pt x="5749726" y="3910662"/>
                  <a:pt x="5717877" y="3901806"/>
                  <a:pt x="5682456" y="3901806"/>
                </a:cubicBezTo>
                <a:cubicBezTo>
                  <a:pt x="5633640" y="3901806"/>
                  <a:pt x="5585717" y="3921005"/>
                  <a:pt x="5538688" y="3959403"/>
                </a:cubicBezTo>
                <a:cubicBezTo>
                  <a:pt x="5509220" y="3921005"/>
                  <a:pt x="5469037" y="3901806"/>
                  <a:pt x="5418137" y="3901806"/>
                </a:cubicBezTo>
                <a:cubicBezTo>
                  <a:pt x="5368131" y="3901806"/>
                  <a:pt x="5318422" y="3921005"/>
                  <a:pt x="5269011" y="3959403"/>
                </a:cubicBezTo>
                <a:close/>
                <a:moveTo>
                  <a:pt x="3106836" y="3896449"/>
                </a:moveTo>
                <a:cubicBezTo>
                  <a:pt x="3074987" y="3904485"/>
                  <a:pt x="3045073" y="3908504"/>
                  <a:pt x="3017093" y="3908504"/>
                </a:cubicBezTo>
                <a:lnTo>
                  <a:pt x="2846982" y="3908504"/>
                </a:lnTo>
                <a:lnTo>
                  <a:pt x="2846982" y="3926363"/>
                </a:lnTo>
                <a:lnTo>
                  <a:pt x="2903686" y="3926363"/>
                </a:lnTo>
                <a:lnTo>
                  <a:pt x="2903686" y="4261226"/>
                </a:lnTo>
                <a:lnTo>
                  <a:pt x="2846982" y="4261226"/>
                </a:lnTo>
                <a:lnTo>
                  <a:pt x="2846982" y="4279532"/>
                </a:lnTo>
                <a:lnTo>
                  <a:pt x="3138090" y="4279532"/>
                </a:lnTo>
                <a:lnTo>
                  <a:pt x="3138090" y="4261226"/>
                </a:lnTo>
                <a:lnTo>
                  <a:pt x="3106836" y="4261226"/>
                </a:lnTo>
                <a:lnTo>
                  <a:pt x="3106836" y="3978602"/>
                </a:lnTo>
                <a:cubicBezTo>
                  <a:pt x="3125886" y="3961635"/>
                  <a:pt x="3142704" y="3953152"/>
                  <a:pt x="3157289" y="3953152"/>
                </a:cubicBezTo>
                <a:cubicBezTo>
                  <a:pt x="3175445" y="3953152"/>
                  <a:pt x="3184525" y="3968630"/>
                  <a:pt x="3184525" y="3999587"/>
                </a:cubicBezTo>
                <a:lnTo>
                  <a:pt x="3184525" y="4261226"/>
                </a:lnTo>
                <a:lnTo>
                  <a:pt x="3153271" y="4261226"/>
                </a:lnTo>
                <a:lnTo>
                  <a:pt x="3153271" y="4279532"/>
                </a:lnTo>
                <a:lnTo>
                  <a:pt x="3443486" y="4279532"/>
                </a:lnTo>
                <a:lnTo>
                  <a:pt x="3443486" y="4261226"/>
                </a:lnTo>
                <a:lnTo>
                  <a:pt x="3387675" y="4261226"/>
                </a:lnTo>
                <a:lnTo>
                  <a:pt x="3387675" y="4020571"/>
                </a:lnTo>
                <a:cubicBezTo>
                  <a:pt x="3387675" y="3976518"/>
                  <a:pt x="3374802" y="3945711"/>
                  <a:pt x="3349054" y="3928149"/>
                </a:cubicBezTo>
                <a:cubicBezTo>
                  <a:pt x="3323307" y="3910587"/>
                  <a:pt x="3292871" y="3901806"/>
                  <a:pt x="3257748" y="3901806"/>
                </a:cubicBezTo>
                <a:cubicBezTo>
                  <a:pt x="3207146" y="3901806"/>
                  <a:pt x="3156843" y="3920112"/>
                  <a:pt x="3106836" y="3956724"/>
                </a:cubicBezTo>
                <a:close/>
                <a:moveTo>
                  <a:pt x="9079160" y="3887965"/>
                </a:moveTo>
                <a:lnTo>
                  <a:pt x="9010401" y="3928595"/>
                </a:lnTo>
                <a:cubicBezTo>
                  <a:pt x="8964860" y="3903592"/>
                  <a:pt x="8921253" y="3891091"/>
                  <a:pt x="8879581" y="3891091"/>
                </a:cubicBezTo>
                <a:cubicBezTo>
                  <a:pt x="8829575" y="3891091"/>
                  <a:pt x="8788275" y="3904411"/>
                  <a:pt x="8755682" y="3931051"/>
                </a:cubicBezTo>
                <a:cubicBezTo>
                  <a:pt x="8723088" y="3957691"/>
                  <a:pt x="8706792" y="3991550"/>
                  <a:pt x="8706792" y="4032626"/>
                </a:cubicBezTo>
                <a:cubicBezTo>
                  <a:pt x="8706792" y="4063880"/>
                  <a:pt x="8721526" y="4092827"/>
                  <a:pt x="8750994" y="4119468"/>
                </a:cubicBezTo>
                <a:cubicBezTo>
                  <a:pt x="8780462" y="4146108"/>
                  <a:pt x="8831956" y="4172078"/>
                  <a:pt x="8905477" y="4197379"/>
                </a:cubicBezTo>
                <a:cubicBezTo>
                  <a:pt x="8919467" y="4201844"/>
                  <a:pt x="8929215" y="4206681"/>
                  <a:pt x="8934722" y="4211890"/>
                </a:cubicBezTo>
                <a:cubicBezTo>
                  <a:pt x="8940229" y="4217099"/>
                  <a:pt x="8942982" y="4223870"/>
                  <a:pt x="8942982" y="4232205"/>
                </a:cubicBezTo>
                <a:cubicBezTo>
                  <a:pt x="8942982" y="4252148"/>
                  <a:pt x="8929587" y="4262119"/>
                  <a:pt x="8902798" y="4262119"/>
                </a:cubicBezTo>
                <a:cubicBezTo>
                  <a:pt x="8853982" y="4262119"/>
                  <a:pt x="8812832" y="4249543"/>
                  <a:pt x="8779346" y="4224391"/>
                </a:cubicBezTo>
                <a:cubicBezTo>
                  <a:pt x="8745859" y="4199239"/>
                  <a:pt x="8727181" y="4165530"/>
                  <a:pt x="8723312" y="4123263"/>
                </a:cubicBezTo>
                <a:lnTo>
                  <a:pt x="8704113" y="4123263"/>
                </a:lnTo>
                <a:lnTo>
                  <a:pt x="8704113" y="4294266"/>
                </a:lnTo>
                <a:lnTo>
                  <a:pt x="8762602" y="4248278"/>
                </a:lnTo>
                <a:cubicBezTo>
                  <a:pt x="8807548" y="4277151"/>
                  <a:pt x="8860978" y="4291587"/>
                  <a:pt x="8922890" y="4291587"/>
                </a:cubicBezTo>
                <a:cubicBezTo>
                  <a:pt x="8976766" y="4291587"/>
                  <a:pt x="9019628" y="4279532"/>
                  <a:pt x="9051478" y="4255422"/>
                </a:cubicBezTo>
                <a:cubicBezTo>
                  <a:pt x="9083327" y="4231312"/>
                  <a:pt x="9099251" y="4199165"/>
                  <a:pt x="9099251" y="4158981"/>
                </a:cubicBezTo>
                <a:cubicBezTo>
                  <a:pt x="9099251" y="4141717"/>
                  <a:pt x="9096201" y="4125495"/>
                  <a:pt x="9090099" y="4110315"/>
                </a:cubicBezTo>
                <a:cubicBezTo>
                  <a:pt x="9083997" y="4095134"/>
                  <a:pt x="9075290" y="4082558"/>
                  <a:pt x="9063979" y="4072587"/>
                </a:cubicBezTo>
                <a:cubicBezTo>
                  <a:pt x="9052668" y="4062615"/>
                  <a:pt x="9036595" y="4051602"/>
                  <a:pt x="9015759" y="4039547"/>
                </a:cubicBezTo>
                <a:cubicBezTo>
                  <a:pt x="8994923" y="4027492"/>
                  <a:pt x="8956376" y="4007177"/>
                  <a:pt x="8900120" y="3978602"/>
                </a:cubicBezTo>
                <a:cubicBezTo>
                  <a:pt x="8886725" y="3972053"/>
                  <a:pt x="8876754" y="3966175"/>
                  <a:pt x="8870205" y="3960966"/>
                </a:cubicBezTo>
                <a:cubicBezTo>
                  <a:pt x="8863656" y="3955757"/>
                  <a:pt x="8860382" y="3949431"/>
                  <a:pt x="8860382" y="3941990"/>
                </a:cubicBezTo>
                <a:cubicBezTo>
                  <a:pt x="8860382" y="3935442"/>
                  <a:pt x="8863508" y="3930009"/>
                  <a:pt x="8869758" y="3925693"/>
                </a:cubicBezTo>
                <a:cubicBezTo>
                  <a:pt x="8876010" y="3921377"/>
                  <a:pt x="8884195" y="3919219"/>
                  <a:pt x="8894315" y="3919219"/>
                </a:cubicBezTo>
                <a:cubicBezTo>
                  <a:pt x="8929141" y="3919219"/>
                  <a:pt x="8963818" y="3929712"/>
                  <a:pt x="8998346" y="3950696"/>
                </a:cubicBezTo>
                <a:cubicBezTo>
                  <a:pt x="9032874" y="3971681"/>
                  <a:pt x="9053412" y="4005093"/>
                  <a:pt x="9059961" y="4050932"/>
                </a:cubicBezTo>
                <a:lnTo>
                  <a:pt x="9079160" y="4050932"/>
                </a:lnTo>
                <a:close/>
                <a:moveTo>
                  <a:pt x="4412803" y="3814295"/>
                </a:moveTo>
                <a:cubicBezTo>
                  <a:pt x="4391075" y="3814295"/>
                  <a:pt x="4370535" y="3822779"/>
                  <a:pt x="4351189" y="3839745"/>
                </a:cubicBezTo>
                <a:cubicBezTo>
                  <a:pt x="4331840" y="3856712"/>
                  <a:pt x="4317999" y="3879631"/>
                  <a:pt x="4309665" y="3908504"/>
                </a:cubicBezTo>
                <a:cubicBezTo>
                  <a:pt x="4288829" y="3904039"/>
                  <a:pt x="4266802" y="3901806"/>
                  <a:pt x="4243586" y="3901806"/>
                </a:cubicBezTo>
                <a:cubicBezTo>
                  <a:pt x="4178696" y="3901806"/>
                  <a:pt x="4126979" y="3914531"/>
                  <a:pt x="4088432" y="3939981"/>
                </a:cubicBezTo>
                <a:cubicBezTo>
                  <a:pt x="4049886" y="3965430"/>
                  <a:pt x="4030613" y="3998098"/>
                  <a:pt x="4030613" y="4037984"/>
                </a:cubicBezTo>
                <a:cubicBezTo>
                  <a:pt x="4030613" y="4085609"/>
                  <a:pt x="4063503" y="4122221"/>
                  <a:pt x="4129285" y="4147819"/>
                </a:cubicBezTo>
                <a:cubicBezTo>
                  <a:pt x="4067670" y="4179669"/>
                  <a:pt x="4036863" y="4219554"/>
                  <a:pt x="4036863" y="4267477"/>
                </a:cubicBezTo>
                <a:cubicBezTo>
                  <a:pt x="4036863" y="4289801"/>
                  <a:pt x="4045198" y="4310637"/>
                  <a:pt x="4061866" y="4329985"/>
                </a:cubicBezTo>
                <a:cubicBezTo>
                  <a:pt x="4046388" y="4350821"/>
                  <a:pt x="4038649" y="4369127"/>
                  <a:pt x="4038649" y="4384902"/>
                </a:cubicBezTo>
                <a:cubicBezTo>
                  <a:pt x="4038649" y="4414966"/>
                  <a:pt x="4056806" y="4439671"/>
                  <a:pt x="4093120" y="4459019"/>
                </a:cubicBezTo>
                <a:cubicBezTo>
                  <a:pt x="4129434" y="4478367"/>
                  <a:pt x="4176910" y="4488040"/>
                  <a:pt x="4235548" y="4488040"/>
                </a:cubicBezTo>
                <a:cubicBezTo>
                  <a:pt x="4313534" y="4488040"/>
                  <a:pt x="4375224" y="4473678"/>
                  <a:pt x="4420617" y="4444955"/>
                </a:cubicBezTo>
                <a:cubicBezTo>
                  <a:pt x="4466009" y="4416231"/>
                  <a:pt x="4488705" y="4377312"/>
                  <a:pt x="4488705" y="4328199"/>
                </a:cubicBezTo>
                <a:cubicBezTo>
                  <a:pt x="4488705" y="4244558"/>
                  <a:pt x="4432894" y="4202737"/>
                  <a:pt x="4321273" y="4202737"/>
                </a:cubicBezTo>
                <a:lnTo>
                  <a:pt x="4277518" y="4202737"/>
                </a:lnTo>
                <a:lnTo>
                  <a:pt x="4224386" y="4203630"/>
                </a:lnTo>
                <a:lnTo>
                  <a:pt x="4190454" y="4203630"/>
                </a:lnTo>
                <a:cubicBezTo>
                  <a:pt x="4148484" y="4203630"/>
                  <a:pt x="4127500" y="4195444"/>
                  <a:pt x="4127500" y="4179073"/>
                </a:cubicBezTo>
                <a:cubicBezTo>
                  <a:pt x="4127500" y="4169251"/>
                  <a:pt x="4134792" y="4160619"/>
                  <a:pt x="4149377" y="4153177"/>
                </a:cubicBezTo>
                <a:cubicBezTo>
                  <a:pt x="4184203" y="4163595"/>
                  <a:pt x="4222303" y="4168804"/>
                  <a:pt x="4263677" y="4168804"/>
                </a:cubicBezTo>
                <a:cubicBezTo>
                  <a:pt x="4320231" y="4168804"/>
                  <a:pt x="4370982" y="4158684"/>
                  <a:pt x="4415928" y="4138443"/>
                </a:cubicBezTo>
                <a:cubicBezTo>
                  <a:pt x="4460874" y="4118203"/>
                  <a:pt x="4483347" y="4086353"/>
                  <a:pt x="4483347" y="4042895"/>
                </a:cubicBezTo>
                <a:cubicBezTo>
                  <a:pt x="4483347" y="3978602"/>
                  <a:pt x="4430811" y="3934697"/>
                  <a:pt x="4325738" y="3911183"/>
                </a:cubicBezTo>
                <a:cubicBezTo>
                  <a:pt x="4333477" y="3884096"/>
                  <a:pt x="4347020" y="3864302"/>
                  <a:pt x="4366368" y="3851800"/>
                </a:cubicBezTo>
                <a:lnTo>
                  <a:pt x="4368154" y="3853586"/>
                </a:lnTo>
                <a:cubicBezTo>
                  <a:pt x="4366070" y="3856563"/>
                  <a:pt x="4365029" y="3861325"/>
                  <a:pt x="4365029" y="3867874"/>
                </a:cubicBezTo>
                <a:cubicBezTo>
                  <a:pt x="4365029" y="3881566"/>
                  <a:pt x="4369494" y="3892654"/>
                  <a:pt x="4378423" y="3901137"/>
                </a:cubicBezTo>
                <a:cubicBezTo>
                  <a:pt x="4387353" y="3909620"/>
                  <a:pt x="4399111" y="3913862"/>
                  <a:pt x="4413697" y="3913862"/>
                </a:cubicBezTo>
                <a:cubicBezTo>
                  <a:pt x="4428578" y="3913862"/>
                  <a:pt x="4441006" y="3909025"/>
                  <a:pt x="4450977" y="3899351"/>
                </a:cubicBezTo>
                <a:cubicBezTo>
                  <a:pt x="4460949" y="3889677"/>
                  <a:pt x="4465934" y="3877696"/>
                  <a:pt x="4465934" y="3863409"/>
                </a:cubicBezTo>
                <a:cubicBezTo>
                  <a:pt x="4465934" y="3848824"/>
                  <a:pt x="4460949" y="3836992"/>
                  <a:pt x="4450977" y="3827913"/>
                </a:cubicBezTo>
                <a:cubicBezTo>
                  <a:pt x="4441006" y="3818835"/>
                  <a:pt x="4428281" y="3814295"/>
                  <a:pt x="4412803" y="3814295"/>
                </a:cubicBezTo>
                <a:close/>
                <a:moveTo>
                  <a:pt x="9360147" y="3726338"/>
                </a:moveTo>
                <a:cubicBezTo>
                  <a:pt x="9351218" y="3762950"/>
                  <a:pt x="9323908" y="3801199"/>
                  <a:pt x="9278217" y="3841085"/>
                </a:cubicBezTo>
                <a:cubicBezTo>
                  <a:pt x="9232527" y="3880970"/>
                  <a:pt x="9183935" y="3903444"/>
                  <a:pt x="9132440" y="3908504"/>
                </a:cubicBezTo>
                <a:lnTo>
                  <a:pt x="9132440" y="3926363"/>
                </a:lnTo>
                <a:lnTo>
                  <a:pt x="9177089" y="3926363"/>
                </a:lnTo>
                <a:lnTo>
                  <a:pt x="9177089" y="4186217"/>
                </a:lnTo>
                <a:cubicBezTo>
                  <a:pt x="9177089" y="4251404"/>
                  <a:pt x="9219207" y="4283997"/>
                  <a:pt x="9303444" y="4283997"/>
                </a:cubicBezTo>
                <a:cubicBezTo>
                  <a:pt x="9341544" y="4283997"/>
                  <a:pt x="9374063" y="4275588"/>
                  <a:pt x="9401001" y="4258771"/>
                </a:cubicBezTo>
                <a:cubicBezTo>
                  <a:pt x="9427938" y="4241953"/>
                  <a:pt x="9450784" y="4204969"/>
                  <a:pt x="9469536" y="4147819"/>
                </a:cubicBezTo>
                <a:lnTo>
                  <a:pt x="9445872" y="4142462"/>
                </a:lnTo>
                <a:cubicBezTo>
                  <a:pt x="9428906" y="4193063"/>
                  <a:pt x="9412237" y="4218364"/>
                  <a:pt x="9395866" y="4218364"/>
                </a:cubicBezTo>
                <a:cubicBezTo>
                  <a:pt x="9389913" y="4218364"/>
                  <a:pt x="9385820" y="4215536"/>
                  <a:pt x="9383588" y="4209881"/>
                </a:cubicBezTo>
                <a:cubicBezTo>
                  <a:pt x="9381355" y="4204225"/>
                  <a:pt x="9380239" y="4190831"/>
                  <a:pt x="9380239" y="4169697"/>
                </a:cubicBezTo>
                <a:lnTo>
                  <a:pt x="9380239" y="3926363"/>
                </a:lnTo>
                <a:lnTo>
                  <a:pt x="9439621" y="3926363"/>
                </a:lnTo>
                <a:lnTo>
                  <a:pt x="9439621" y="3908504"/>
                </a:lnTo>
                <a:lnTo>
                  <a:pt x="9380239" y="3908504"/>
                </a:lnTo>
                <a:lnTo>
                  <a:pt x="9380239" y="3726338"/>
                </a:lnTo>
                <a:close/>
                <a:moveTo>
                  <a:pt x="7217022" y="3726338"/>
                </a:moveTo>
                <a:cubicBezTo>
                  <a:pt x="7208093" y="3762950"/>
                  <a:pt x="7180783" y="3801199"/>
                  <a:pt x="7135093" y="3841085"/>
                </a:cubicBezTo>
                <a:cubicBezTo>
                  <a:pt x="7089402" y="3880970"/>
                  <a:pt x="7040810" y="3903444"/>
                  <a:pt x="6989315" y="3908504"/>
                </a:cubicBezTo>
                <a:lnTo>
                  <a:pt x="6989315" y="3926363"/>
                </a:lnTo>
                <a:lnTo>
                  <a:pt x="7033964" y="3926363"/>
                </a:lnTo>
                <a:lnTo>
                  <a:pt x="7033964" y="4186217"/>
                </a:lnTo>
                <a:cubicBezTo>
                  <a:pt x="7033964" y="4251404"/>
                  <a:pt x="7076082" y="4283997"/>
                  <a:pt x="7160319" y="4283997"/>
                </a:cubicBezTo>
                <a:cubicBezTo>
                  <a:pt x="7198419" y="4283997"/>
                  <a:pt x="7230938" y="4275588"/>
                  <a:pt x="7257876" y="4258771"/>
                </a:cubicBezTo>
                <a:cubicBezTo>
                  <a:pt x="7284814" y="4241953"/>
                  <a:pt x="7307659" y="4204969"/>
                  <a:pt x="7326411" y="4147819"/>
                </a:cubicBezTo>
                <a:lnTo>
                  <a:pt x="7302747" y="4142462"/>
                </a:lnTo>
                <a:cubicBezTo>
                  <a:pt x="7285781" y="4193063"/>
                  <a:pt x="7269112" y="4218364"/>
                  <a:pt x="7252741" y="4218364"/>
                </a:cubicBezTo>
                <a:cubicBezTo>
                  <a:pt x="7246788" y="4218364"/>
                  <a:pt x="7242695" y="4215536"/>
                  <a:pt x="7240463" y="4209881"/>
                </a:cubicBezTo>
                <a:cubicBezTo>
                  <a:pt x="7238230" y="4204225"/>
                  <a:pt x="7237114" y="4190831"/>
                  <a:pt x="7237114" y="4169697"/>
                </a:cubicBezTo>
                <a:lnTo>
                  <a:pt x="7237114" y="3926363"/>
                </a:lnTo>
                <a:lnTo>
                  <a:pt x="7296497" y="3926363"/>
                </a:lnTo>
                <a:lnTo>
                  <a:pt x="7296497" y="3908504"/>
                </a:lnTo>
                <a:lnTo>
                  <a:pt x="7237114" y="3908504"/>
                </a:lnTo>
                <a:lnTo>
                  <a:pt x="7237114" y="3726338"/>
                </a:lnTo>
                <a:close/>
                <a:moveTo>
                  <a:pt x="1375668" y="3680797"/>
                </a:moveTo>
                <a:lnTo>
                  <a:pt x="1375668" y="3701781"/>
                </a:lnTo>
                <a:lnTo>
                  <a:pt x="1432371" y="3701781"/>
                </a:lnTo>
                <a:lnTo>
                  <a:pt x="1453356" y="3737500"/>
                </a:lnTo>
                <a:lnTo>
                  <a:pt x="1453356" y="4097367"/>
                </a:lnTo>
                <a:cubicBezTo>
                  <a:pt x="1453356" y="4139336"/>
                  <a:pt x="1445691" y="4176692"/>
                  <a:pt x="1430362" y="4209434"/>
                </a:cubicBezTo>
                <a:cubicBezTo>
                  <a:pt x="1415032" y="4242176"/>
                  <a:pt x="1391890" y="4258547"/>
                  <a:pt x="1360934" y="4258547"/>
                </a:cubicBezTo>
                <a:lnTo>
                  <a:pt x="1360934" y="4279532"/>
                </a:lnTo>
                <a:lnTo>
                  <a:pt x="1591320" y="4279532"/>
                </a:lnTo>
                <a:lnTo>
                  <a:pt x="1591320" y="4258547"/>
                </a:lnTo>
                <a:lnTo>
                  <a:pt x="1581050" y="4258547"/>
                </a:lnTo>
                <a:cubicBezTo>
                  <a:pt x="1553368" y="4258547"/>
                  <a:pt x="1532681" y="4250883"/>
                  <a:pt x="1518989" y="4235554"/>
                </a:cubicBezTo>
                <a:cubicBezTo>
                  <a:pt x="1505297" y="4220224"/>
                  <a:pt x="1495176" y="4198495"/>
                  <a:pt x="1488628" y="4170367"/>
                </a:cubicBezTo>
                <a:cubicBezTo>
                  <a:pt x="1482080" y="4142238"/>
                  <a:pt x="1478806" y="4113440"/>
                  <a:pt x="1478806" y="4083972"/>
                </a:cubicBezTo>
                <a:lnTo>
                  <a:pt x="1478806" y="3766522"/>
                </a:lnTo>
                <a:lnTo>
                  <a:pt x="1681956" y="4279532"/>
                </a:lnTo>
                <a:lnTo>
                  <a:pt x="1740445" y="4279532"/>
                </a:lnTo>
                <a:lnTo>
                  <a:pt x="1938684" y="3765629"/>
                </a:lnTo>
                <a:lnTo>
                  <a:pt x="1940470" y="3765629"/>
                </a:lnTo>
                <a:lnTo>
                  <a:pt x="1940470" y="4258547"/>
                </a:lnTo>
                <a:lnTo>
                  <a:pt x="1865461" y="4258547"/>
                </a:lnTo>
                <a:lnTo>
                  <a:pt x="1865461" y="4279532"/>
                </a:lnTo>
                <a:lnTo>
                  <a:pt x="2269529" y="4279532"/>
                </a:lnTo>
                <a:lnTo>
                  <a:pt x="2269529" y="4258547"/>
                </a:lnTo>
                <a:lnTo>
                  <a:pt x="2196752" y="4258547"/>
                </a:lnTo>
                <a:lnTo>
                  <a:pt x="2196752" y="3701781"/>
                </a:lnTo>
                <a:lnTo>
                  <a:pt x="2269529" y="3701781"/>
                </a:lnTo>
                <a:lnTo>
                  <a:pt x="2269529" y="3680797"/>
                </a:lnTo>
                <a:lnTo>
                  <a:pt x="1950739" y="3680797"/>
                </a:lnTo>
                <a:lnTo>
                  <a:pt x="1835546" y="3978602"/>
                </a:lnTo>
                <a:lnTo>
                  <a:pt x="1713656" y="3680797"/>
                </a:lnTo>
                <a:close/>
                <a:moveTo>
                  <a:pt x="8163272" y="3650436"/>
                </a:moveTo>
                <a:lnTo>
                  <a:pt x="8081119" y="3712497"/>
                </a:lnTo>
                <a:cubicBezTo>
                  <a:pt x="8046888" y="3691066"/>
                  <a:pt x="8017271" y="3677671"/>
                  <a:pt x="7992268" y="3672313"/>
                </a:cubicBezTo>
                <a:cubicBezTo>
                  <a:pt x="7967265" y="3666956"/>
                  <a:pt x="7943899" y="3664277"/>
                  <a:pt x="7922170" y="3664277"/>
                </a:cubicBezTo>
                <a:cubicBezTo>
                  <a:pt x="7856686" y="3664277"/>
                  <a:pt x="7802066" y="3684145"/>
                  <a:pt x="7758310" y="3723882"/>
                </a:cubicBezTo>
                <a:cubicBezTo>
                  <a:pt x="7714555" y="3763620"/>
                  <a:pt x="7692677" y="3813254"/>
                  <a:pt x="7692677" y="3872785"/>
                </a:cubicBezTo>
                <a:cubicBezTo>
                  <a:pt x="7692677" y="3955236"/>
                  <a:pt x="7748637" y="4025929"/>
                  <a:pt x="7860555" y="4084865"/>
                </a:cubicBezTo>
                <a:cubicBezTo>
                  <a:pt x="7909073" y="4110166"/>
                  <a:pt x="7940029" y="4127207"/>
                  <a:pt x="7953424" y="4135987"/>
                </a:cubicBezTo>
                <a:cubicBezTo>
                  <a:pt x="7966819" y="4144768"/>
                  <a:pt x="7977460" y="4154442"/>
                  <a:pt x="7985348" y="4165009"/>
                </a:cubicBezTo>
                <a:cubicBezTo>
                  <a:pt x="7993236" y="4175576"/>
                  <a:pt x="7997179" y="4186961"/>
                  <a:pt x="7997179" y="4199165"/>
                </a:cubicBezTo>
                <a:cubicBezTo>
                  <a:pt x="7997179" y="4220001"/>
                  <a:pt x="7987580" y="4236893"/>
                  <a:pt x="7968381" y="4249841"/>
                </a:cubicBezTo>
                <a:cubicBezTo>
                  <a:pt x="7949182" y="4262789"/>
                  <a:pt x="7923956" y="4269263"/>
                  <a:pt x="7892702" y="4269263"/>
                </a:cubicBezTo>
                <a:cubicBezTo>
                  <a:pt x="7858174" y="4269263"/>
                  <a:pt x="7824316" y="4258027"/>
                  <a:pt x="7791127" y="4235554"/>
                </a:cubicBezTo>
                <a:cubicBezTo>
                  <a:pt x="7757938" y="4213080"/>
                  <a:pt x="7733530" y="4187631"/>
                  <a:pt x="7717904" y="4159205"/>
                </a:cubicBezTo>
                <a:cubicBezTo>
                  <a:pt x="7702277" y="4130779"/>
                  <a:pt x="7694463" y="4095878"/>
                  <a:pt x="7694463" y="4054504"/>
                </a:cubicBezTo>
                <a:lnTo>
                  <a:pt x="7694463" y="4051825"/>
                </a:lnTo>
                <a:lnTo>
                  <a:pt x="7671692" y="4051825"/>
                </a:lnTo>
                <a:lnTo>
                  <a:pt x="7671692" y="4304089"/>
                </a:lnTo>
                <a:lnTo>
                  <a:pt x="7752060" y="4241135"/>
                </a:lnTo>
                <a:cubicBezTo>
                  <a:pt x="7800875" y="4278937"/>
                  <a:pt x="7853263" y="4297838"/>
                  <a:pt x="7909222" y="4297838"/>
                </a:cubicBezTo>
                <a:cubicBezTo>
                  <a:pt x="7945238" y="4297838"/>
                  <a:pt x="7985496" y="4290471"/>
                  <a:pt x="8029996" y="4275737"/>
                </a:cubicBezTo>
                <a:cubicBezTo>
                  <a:pt x="8074496" y="4261003"/>
                  <a:pt x="8109694" y="4237414"/>
                  <a:pt x="8135590" y="4204969"/>
                </a:cubicBezTo>
                <a:cubicBezTo>
                  <a:pt x="8161486" y="4172525"/>
                  <a:pt x="8174434" y="4131895"/>
                  <a:pt x="8174434" y="4083079"/>
                </a:cubicBezTo>
                <a:cubicBezTo>
                  <a:pt x="8174434" y="4051230"/>
                  <a:pt x="8168927" y="4023250"/>
                  <a:pt x="8157914" y="3999140"/>
                </a:cubicBezTo>
                <a:cubicBezTo>
                  <a:pt x="8146901" y="3975030"/>
                  <a:pt x="8127181" y="3952259"/>
                  <a:pt x="8098755" y="3930828"/>
                </a:cubicBezTo>
                <a:cubicBezTo>
                  <a:pt x="8070329" y="3909397"/>
                  <a:pt x="8011913" y="3874124"/>
                  <a:pt x="7923510" y="3825011"/>
                </a:cubicBezTo>
                <a:cubicBezTo>
                  <a:pt x="7898506" y="3811319"/>
                  <a:pt x="7881614" y="3799710"/>
                  <a:pt x="7872834" y="3790185"/>
                </a:cubicBezTo>
                <a:cubicBezTo>
                  <a:pt x="7864053" y="3780660"/>
                  <a:pt x="7859662" y="3768456"/>
                  <a:pt x="7859662" y="3753574"/>
                </a:cubicBezTo>
                <a:cubicBezTo>
                  <a:pt x="7859662" y="3734226"/>
                  <a:pt x="7866583" y="3718450"/>
                  <a:pt x="7880424" y="3706246"/>
                </a:cubicBezTo>
                <a:cubicBezTo>
                  <a:pt x="7894265" y="3694042"/>
                  <a:pt x="7912347" y="3687940"/>
                  <a:pt x="7934672" y="3687940"/>
                </a:cubicBezTo>
                <a:cubicBezTo>
                  <a:pt x="7981701" y="3687940"/>
                  <a:pt x="8027689" y="3703865"/>
                  <a:pt x="8072635" y="3735714"/>
                </a:cubicBezTo>
                <a:cubicBezTo>
                  <a:pt x="8117581" y="3767563"/>
                  <a:pt x="8140501" y="3812956"/>
                  <a:pt x="8141394" y="3871892"/>
                </a:cubicBezTo>
                <a:lnTo>
                  <a:pt x="8163272" y="3871892"/>
                </a:lnTo>
                <a:close/>
                <a:moveTo>
                  <a:pt x="7523608" y="2991574"/>
                </a:moveTo>
                <a:cubicBezTo>
                  <a:pt x="7534324" y="2991574"/>
                  <a:pt x="7549207" y="2995294"/>
                  <a:pt x="7568257" y="3002736"/>
                </a:cubicBezTo>
                <a:lnTo>
                  <a:pt x="7568257" y="3130877"/>
                </a:lnTo>
                <a:cubicBezTo>
                  <a:pt x="7545337" y="3143676"/>
                  <a:pt x="7528520" y="3150076"/>
                  <a:pt x="7517804" y="3150076"/>
                </a:cubicBezTo>
                <a:cubicBezTo>
                  <a:pt x="7499647" y="3150076"/>
                  <a:pt x="7490569" y="3137574"/>
                  <a:pt x="7490569" y="3112571"/>
                </a:cubicBezTo>
                <a:lnTo>
                  <a:pt x="7490569" y="3029971"/>
                </a:lnTo>
                <a:cubicBezTo>
                  <a:pt x="7490569" y="3016279"/>
                  <a:pt x="7493099" y="3006456"/>
                  <a:pt x="7498159" y="3000503"/>
                </a:cubicBezTo>
                <a:cubicBezTo>
                  <a:pt x="7503219" y="2994550"/>
                  <a:pt x="7511702" y="2991574"/>
                  <a:pt x="7523608" y="2991574"/>
                </a:cubicBezTo>
                <a:close/>
                <a:moveTo>
                  <a:pt x="4275583" y="2991574"/>
                </a:moveTo>
                <a:cubicBezTo>
                  <a:pt x="4286299" y="2991574"/>
                  <a:pt x="4301181" y="2995294"/>
                  <a:pt x="4320232" y="3002736"/>
                </a:cubicBezTo>
                <a:lnTo>
                  <a:pt x="4320232" y="3130877"/>
                </a:lnTo>
                <a:cubicBezTo>
                  <a:pt x="4297312" y="3143676"/>
                  <a:pt x="4280495" y="3150076"/>
                  <a:pt x="4269779" y="3150076"/>
                </a:cubicBezTo>
                <a:cubicBezTo>
                  <a:pt x="4251622" y="3150076"/>
                  <a:pt x="4242543" y="3137574"/>
                  <a:pt x="4242543" y="3112571"/>
                </a:cubicBezTo>
                <a:lnTo>
                  <a:pt x="4242543" y="3029971"/>
                </a:lnTo>
                <a:cubicBezTo>
                  <a:pt x="4242543" y="3016279"/>
                  <a:pt x="4245073" y="3006456"/>
                  <a:pt x="4250134" y="3000503"/>
                </a:cubicBezTo>
                <a:cubicBezTo>
                  <a:pt x="4255194" y="2994550"/>
                  <a:pt x="4263677" y="2991574"/>
                  <a:pt x="4275583" y="2991574"/>
                </a:cubicBezTo>
                <a:close/>
                <a:moveTo>
                  <a:pt x="8901459" y="2814319"/>
                </a:moveTo>
                <a:cubicBezTo>
                  <a:pt x="8928248" y="2814319"/>
                  <a:pt x="8941643" y="2830542"/>
                  <a:pt x="8941643" y="2862986"/>
                </a:cubicBezTo>
                <a:lnTo>
                  <a:pt x="8941643" y="2968803"/>
                </a:lnTo>
                <a:lnTo>
                  <a:pt x="8857257" y="2968803"/>
                </a:lnTo>
                <a:lnTo>
                  <a:pt x="8857257" y="2862986"/>
                </a:lnTo>
                <a:cubicBezTo>
                  <a:pt x="8857257" y="2830542"/>
                  <a:pt x="8871991" y="2814319"/>
                  <a:pt x="8901459" y="2814319"/>
                </a:cubicBezTo>
                <a:close/>
                <a:moveTo>
                  <a:pt x="8884046" y="2796907"/>
                </a:moveTo>
                <a:cubicBezTo>
                  <a:pt x="8814990" y="2796907"/>
                  <a:pt x="8757468" y="2816180"/>
                  <a:pt x="8711480" y="2854726"/>
                </a:cubicBezTo>
                <a:cubicBezTo>
                  <a:pt x="8665492" y="2893273"/>
                  <a:pt x="8642498" y="2941121"/>
                  <a:pt x="8642498" y="2998271"/>
                </a:cubicBezTo>
                <a:cubicBezTo>
                  <a:pt x="8642498" y="3051551"/>
                  <a:pt x="8665046" y="3096274"/>
                  <a:pt x="8710140" y="3132440"/>
                </a:cubicBezTo>
                <a:cubicBezTo>
                  <a:pt x="8755236" y="3168605"/>
                  <a:pt x="8811566" y="3186687"/>
                  <a:pt x="8879134" y="3186687"/>
                </a:cubicBezTo>
                <a:cubicBezTo>
                  <a:pt x="8960693" y="3186687"/>
                  <a:pt x="9030195" y="3148885"/>
                  <a:pt x="9087643" y="3073280"/>
                </a:cubicBezTo>
                <a:lnTo>
                  <a:pt x="9073355" y="3057653"/>
                </a:lnTo>
                <a:cubicBezTo>
                  <a:pt x="9050734" y="3088312"/>
                  <a:pt x="9024763" y="3112571"/>
                  <a:pt x="8995444" y="3130430"/>
                </a:cubicBezTo>
                <a:cubicBezTo>
                  <a:pt x="8966125" y="3148290"/>
                  <a:pt x="8938071" y="3157219"/>
                  <a:pt x="8911282" y="3157219"/>
                </a:cubicBezTo>
                <a:cubicBezTo>
                  <a:pt x="8898482" y="3157219"/>
                  <a:pt x="8887766" y="3153796"/>
                  <a:pt x="8879134" y="3146950"/>
                </a:cubicBezTo>
                <a:cubicBezTo>
                  <a:pt x="8870502" y="3140104"/>
                  <a:pt x="8864698" y="3131323"/>
                  <a:pt x="8861722" y="3120608"/>
                </a:cubicBezTo>
                <a:cubicBezTo>
                  <a:pt x="8858745" y="3109892"/>
                  <a:pt x="8857257" y="3091884"/>
                  <a:pt x="8857257" y="3066583"/>
                </a:cubicBezTo>
                <a:lnTo>
                  <a:pt x="8857257" y="2987109"/>
                </a:lnTo>
                <a:lnTo>
                  <a:pt x="9095233" y="2987109"/>
                </a:lnTo>
                <a:cubicBezTo>
                  <a:pt x="9086601" y="2928471"/>
                  <a:pt x="9062714" y="2882111"/>
                  <a:pt x="9023572" y="2848029"/>
                </a:cubicBezTo>
                <a:cubicBezTo>
                  <a:pt x="8984431" y="2813947"/>
                  <a:pt x="8937922" y="2796907"/>
                  <a:pt x="8884046" y="2796907"/>
                </a:cubicBezTo>
                <a:close/>
                <a:moveTo>
                  <a:pt x="7512446" y="2796907"/>
                </a:moveTo>
                <a:cubicBezTo>
                  <a:pt x="7460356" y="2796907"/>
                  <a:pt x="7420098" y="2804869"/>
                  <a:pt x="7391672" y="2820793"/>
                </a:cubicBezTo>
                <a:cubicBezTo>
                  <a:pt x="7363246" y="2836718"/>
                  <a:pt x="7349033" y="2859265"/>
                  <a:pt x="7349033" y="2888436"/>
                </a:cubicBezTo>
                <a:cubicBezTo>
                  <a:pt x="7349033" y="2909867"/>
                  <a:pt x="7356102" y="2927280"/>
                  <a:pt x="7370241" y="2940674"/>
                </a:cubicBezTo>
                <a:cubicBezTo>
                  <a:pt x="7384380" y="2954069"/>
                  <a:pt x="7402909" y="2960766"/>
                  <a:pt x="7425828" y="2960766"/>
                </a:cubicBezTo>
                <a:cubicBezTo>
                  <a:pt x="7447557" y="2960766"/>
                  <a:pt x="7464970" y="2954218"/>
                  <a:pt x="7478067" y="2941121"/>
                </a:cubicBezTo>
                <a:cubicBezTo>
                  <a:pt x="7491164" y="2928024"/>
                  <a:pt x="7497712" y="2910462"/>
                  <a:pt x="7497712" y="2888436"/>
                </a:cubicBezTo>
                <a:cubicBezTo>
                  <a:pt x="7497712" y="2855396"/>
                  <a:pt x="7481639" y="2834114"/>
                  <a:pt x="7449492" y="2824589"/>
                </a:cubicBezTo>
                <a:cubicBezTo>
                  <a:pt x="7458719" y="2820124"/>
                  <a:pt x="7472709" y="2817891"/>
                  <a:pt x="7491462" y="2817891"/>
                </a:cubicBezTo>
                <a:cubicBezTo>
                  <a:pt x="7506344" y="2817891"/>
                  <a:pt x="7519888" y="2820124"/>
                  <a:pt x="7532092" y="2824589"/>
                </a:cubicBezTo>
                <a:cubicBezTo>
                  <a:pt x="7544295" y="2829053"/>
                  <a:pt x="7553374" y="2835676"/>
                  <a:pt x="7559327" y="2844457"/>
                </a:cubicBezTo>
                <a:cubicBezTo>
                  <a:pt x="7565280" y="2853238"/>
                  <a:pt x="7568257" y="2869683"/>
                  <a:pt x="7568257" y="2893794"/>
                </a:cubicBezTo>
                <a:lnTo>
                  <a:pt x="7568257" y="2982644"/>
                </a:lnTo>
                <a:cubicBezTo>
                  <a:pt x="7538491" y="2972821"/>
                  <a:pt x="7503814" y="2967910"/>
                  <a:pt x="7464226" y="2967910"/>
                </a:cubicBezTo>
                <a:cubicBezTo>
                  <a:pt x="7412731" y="2967910"/>
                  <a:pt x="7372250" y="2977807"/>
                  <a:pt x="7342782" y="2997601"/>
                </a:cubicBezTo>
                <a:cubicBezTo>
                  <a:pt x="7313314" y="3017395"/>
                  <a:pt x="7298580" y="3044705"/>
                  <a:pt x="7298580" y="3079531"/>
                </a:cubicBezTo>
                <a:cubicBezTo>
                  <a:pt x="7298580" y="3110190"/>
                  <a:pt x="7312645" y="3135714"/>
                  <a:pt x="7340773" y="3156103"/>
                </a:cubicBezTo>
                <a:cubicBezTo>
                  <a:pt x="7368902" y="3176493"/>
                  <a:pt x="7404546" y="3186687"/>
                  <a:pt x="7447706" y="3186687"/>
                </a:cubicBezTo>
                <a:cubicBezTo>
                  <a:pt x="7489378" y="3186687"/>
                  <a:pt x="7531050" y="3173590"/>
                  <a:pt x="7572722" y="3147397"/>
                </a:cubicBezTo>
                <a:cubicBezTo>
                  <a:pt x="7599511" y="3173590"/>
                  <a:pt x="7632551" y="3186687"/>
                  <a:pt x="7671841" y="3186687"/>
                </a:cubicBezTo>
                <a:cubicBezTo>
                  <a:pt x="7743874" y="3186687"/>
                  <a:pt x="7793434" y="3158856"/>
                  <a:pt x="7820520" y="3103195"/>
                </a:cubicBezTo>
                <a:lnTo>
                  <a:pt x="7804447" y="3095158"/>
                </a:lnTo>
                <a:cubicBezTo>
                  <a:pt x="7792243" y="3115696"/>
                  <a:pt x="7783313" y="3125966"/>
                  <a:pt x="7777658" y="3125966"/>
                </a:cubicBezTo>
                <a:cubicBezTo>
                  <a:pt x="7774384" y="3125966"/>
                  <a:pt x="7772375" y="3124477"/>
                  <a:pt x="7771630" y="3121501"/>
                </a:cubicBezTo>
                <a:cubicBezTo>
                  <a:pt x="7770886" y="3118524"/>
                  <a:pt x="7770514" y="3112422"/>
                  <a:pt x="7770514" y="3103195"/>
                </a:cubicBezTo>
                <a:lnTo>
                  <a:pt x="7770514" y="2934870"/>
                </a:lnTo>
                <a:cubicBezTo>
                  <a:pt x="7770514" y="2907784"/>
                  <a:pt x="7767389" y="2887766"/>
                  <a:pt x="7761138" y="2874818"/>
                </a:cubicBezTo>
                <a:cubicBezTo>
                  <a:pt x="7754887" y="2861870"/>
                  <a:pt x="7743428" y="2849517"/>
                  <a:pt x="7726759" y="2837760"/>
                </a:cubicBezTo>
                <a:cubicBezTo>
                  <a:pt x="7710090" y="2826002"/>
                  <a:pt x="7684045" y="2816254"/>
                  <a:pt x="7648624" y="2808515"/>
                </a:cubicBezTo>
                <a:cubicBezTo>
                  <a:pt x="7613203" y="2800776"/>
                  <a:pt x="7567810" y="2796907"/>
                  <a:pt x="7512446" y="2796907"/>
                </a:cubicBezTo>
                <a:close/>
                <a:moveTo>
                  <a:pt x="4264421" y="2796907"/>
                </a:moveTo>
                <a:cubicBezTo>
                  <a:pt x="4212331" y="2796907"/>
                  <a:pt x="4172073" y="2804869"/>
                  <a:pt x="4143648" y="2820793"/>
                </a:cubicBezTo>
                <a:cubicBezTo>
                  <a:pt x="4115221" y="2836718"/>
                  <a:pt x="4101008" y="2859265"/>
                  <a:pt x="4101008" y="2888436"/>
                </a:cubicBezTo>
                <a:cubicBezTo>
                  <a:pt x="4101008" y="2909867"/>
                  <a:pt x="4108077" y="2927280"/>
                  <a:pt x="4122216" y="2940674"/>
                </a:cubicBezTo>
                <a:cubicBezTo>
                  <a:pt x="4136355" y="2954069"/>
                  <a:pt x="4154884" y="2960766"/>
                  <a:pt x="4177803" y="2960766"/>
                </a:cubicBezTo>
                <a:cubicBezTo>
                  <a:pt x="4199532" y="2960766"/>
                  <a:pt x="4216945" y="2954218"/>
                  <a:pt x="4230042" y="2941121"/>
                </a:cubicBezTo>
                <a:cubicBezTo>
                  <a:pt x="4243139" y="2928024"/>
                  <a:pt x="4249687" y="2910462"/>
                  <a:pt x="4249687" y="2888436"/>
                </a:cubicBezTo>
                <a:cubicBezTo>
                  <a:pt x="4249687" y="2855396"/>
                  <a:pt x="4233614" y="2834114"/>
                  <a:pt x="4201467" y="2824589"/>
                </a:cubicBezTo>
                <a:cubicBezTo>
                  <a:pt x="4210694" y="2820124"/>
                  <a:pt x="4224684" y="2817891"/>
                  <a:pt x="4243436" y="2817891"/>
                </a:cubicBezTo>
                <a:cubicBezTo>
                  <a:pt x="4258319" y="2817891"/>
                  <a:pt x="4271863" y="2820124"/>
                  <a:pt x="4284067" y="2824589"/>
                </a:cubicBezTo>
                <a:cubicBezTo>
                  <a:pt x="4296270" y="2829053"/>
                  <a:pt x="4305349" y="2835676"/>
                  <a:pt x="4311302" y="2844457"/>
                </a:cubicBezTo>
                <a:cubicBezTo>
                  <a:pt x="4317255" y="2853238"/>
                  <a:pt x="4320232" y="2869683"/>
                  <a:pt x="4320232" y="2893794"/>
                </a:cubicBezTo>
                <a:lnTo>
                  <a:pt x="4320232" y="2982644"/>
                </a:lnTo>
                <a:cubicBezTo>
                  <a:pt x="4290466" y="2972821"/>
                  <a:pt x="4255789" y="2967910"/>
                  <a:pt x="4216201" y="2967910"/>
                </a:cubicBezTo>
                <a:cubicBezTo>
                  <a:pt x="4164706" y="2967910"/>
                  <a:pt x="4124225" y="2977807"/>
                  <a:pt x="4094757" y="2997601"/>
                </a:cubicBezTo>
                <a:cubicBezTo>
                  <a:pt x="4065289" y="3017395"/>
                  <a:pt x="4050556" y="3044705"/>
                  <a:pt x="4050556" y="3079531"/>
                </a:cubicBezTo>
                <a:cubicBezTo>
                  <a:pt x="4050556" y="3110190"/>
                  <a:pt x="4064620" y="3135714"/>
                  <a:pt x="4092748" y="3156103"/>
                </a:cubicBezTo>
                <a:cubicBezTo>
                  <a:pt x="4120877" y="3176493"/>
                  <a:pt x="4156521" y="3186687"/>
                  <a:pt x="4199681" y="3186687"/>
                </a:cubicBezTo>
                <a:cubicBezTo>
                  <a:pt x="4241353" y="3186687"/>
                  <a:pt x="4283025" y="3173590"/>
                  <a:pt x="4324697" y="3147397"/>
                </a:cubicBezTo>
                <a:cubicBezTo>
                  <a:pt x="4351485" y="3173590"/>
                  <a:pt x="4384526" y="3186687"/>
                  <a:pt x="4423816" y="3186687"/>
                </a:cubicBezTo>
                <a:cubicBezTo>
                  <a:pt x="4495849" y="3186687"/>
                  <a:pt x="4545409" y="3158856"/>
                  <a:pt x="4572495" y="3103195"/>
                </a:cubicBezTo>
                <a:lnTo>
                  <a:pt x="4556422" y="3095158"/>
                </a:lnTo>
                <a:cubicBezTo>
                  <a:pt x="4544219" y="3115696"/>
                  <a:pt x="4535288" y="3125966"/>
                  <a:pt x="4529633" y="3125966"/>
                </a:cubicBezTo>
                <a:cubicBezTo>
                  <a:pt x="4526359" y="3125966"/>
                  <a:pt x="4524349" y="3124477"/>
                  <a:pt x="4523605" y="3121501"/>
                </a:cubicBezTo>
                <a:cubicBezTo>
                  <a:pt x="4522861" y="3118524"/>
                  <a:pt x="4522489" y="3112422"/>
                  <a:pt x="4522489" y="3103195"/>
                </a:cubicBezTo>
                <a:lnTo>
                  <a:pt x="4522489" y="2934870"/>
                </a:lnTo>
                <a:cubicBezTo>
                  <a:pt x="4522489" y="2907784"/>
                  <a:pt x="4519363" y="2887766"/>
                  <a:pt x="4513113" y="2874818"/>
                </a:cubicBezTo>
                <a:cubicBezTo>
                  <a:pt x="4506863" y="2861870"/>
                  <a:pt x="4495402" y="2849517"/>
                  <a:pt x="4478734" y="2837760"/>
                </a:cubicBezTo>
                <a:cubicBezTo>
                  <a:pt x="4462065" y="2826002"/>
                  <a:pt x="4436020" y="2816254"/>
                  <a:pt x="4400599" y="2808515"/>
                </a:cubicBezTo>
                <a:cubicBezTo>
                  <a:pt x="4365178" y="2800776"/>
                  <a:pt x="4319785" y="2796907"/>
                  <a:pt x="4264421" y="2796907"/>
                </a:cubicBezTo>
                <a:close/>
                <a:moveTo>
                  <a:pt x="9374286" y="2791549"/>
                </a:moveTo>
                <a:cubicBezTo>
                  <a:pt x="9345116" y="2799585"/>
                  <a:pt x="9308206" y="2803604"/>
                  <a:pt x="9263558" y="2803604"/>
                </a:cubicBezTo>
                <a:lnTo>
                  <a:pt x="9114432" y="2803604"/>
                </a:lnTo>
                <a:lnTo>
                  <a:pt x="9114432" y="2821463"/>
                </a:lnTo>
                <a:lnTo>
                  <a:pt x="9171135" y="2821463"/>
                </a:lnTo>
                <a:lnTo>
                  <a:pt x="9171135" y="3156326"/>
                </a:lnTo>
                <a:lnTo>
                  <a:pt x="9114432" y="3156326"/>
                </a:lnTo>
                <a:lnTo>
                  <a:pt x="9114432" y="3174632"/>
                </a:lnTo>
                <a:lnTo>
                  <a:pt x="9433668" y="3174632"/>
                </a:lnTo>
                <a:lnTo>
                  <a:pt x="9433668" y="3156326"/>
                </a:lnTo>
                <a:lnTo>
                  <a:pt x="9374286" y="3156326"/>
                </a:lnTo>
                <a:lnTo>
                  <a:pt x="9374286" y="2942460"/>
                </a:lnTo>
                <a:cubicBezTo>
                  <a:pt x="9374286" y="2936507"/>
                  <a:pt x="9378007" y="2926089"/>
                  <a:pt x="9385448" y="2911206"/>
                </a:cubicBezTo>
                <a:cubicBezTo>
                  <a:pt x="9392889" y="2896324"/>
                  <a:pt x="9401968" y="2883822"/>
                  <a:pt x="9412684" y="2873702"/>
                </a:cubicBezTo>
                <a:lnTo>
                  <a:pt x="9414469" y="2875488"/>
                </a:lnTo>
                <a:cubicBezTo>
                  <a:pt x="9412684" y="2879357"/>
                  <a:pt x="9411791" y="2884864"/>
                  <a:pt x="9411791" y="2892008"/>
                </a:cubicBezTo>
                <a:cubicBezTo>
                  <a:pt x="9411791" y="2912546"/>
                  <a:pt x="9418785" y="2929587"/>
                  <a:pt x="9432775" y="2943130"/>
                </a:cubicBezTo>
                <a:cubicBezTo>
                  <a:pt x="9446765" y="2956674"/>
                  <a:pt x="9464476" y="2963445"/>
                  <a:pt x="9485907" y="2963445"/>
                </a:cubicBezTo>
                <a:cubicBezTo>
                  <a:pt x="9508826" y="2963445"/>
                  <a:pt x="9528100" y="2955185"/>
                  <a:pt x="9543727" y="2938665"/>
                </a:cubicBezTo>
                <a:cubicBezTo>
                  <a:pt x="9559354" y="2922145"/>
                  <a:pt x="9567167" y="2901681"/>
                  <a:pt x="9567167" y="2877274"/>
                </a:cubicBezTo>
                <a:cubicBezTo>
                  <a:pt x="9567167" y="2854057"/>
                  <a:pt x="9560544" y="2835602"/>
                  <a:pt x="9547299" y="2821909"/>
                </a:cubicBezTo>
                <a:cubicBezTo>
                  <a:pt x="9534053" y="2808217"/>
                  <a:pt x="9516268" y="2801371"/>
                  <a:pt x="9493944" y="2801371"/>
                </a:cubicBezTo>
                <a:cubicBezTo>
                  <a:pt x="9453760" y="2801371"/>
                  <a:pt x="9414469" y="2831881"/>
                  <a:pt x="9376072" y="2892901"/>
                </a:cubicBezTo>
                <a:lnTo>
                  <a:pt x="9374286" y="2892901"/>
                </a:lnTo>
                <a:close/>
                <a:moveTo>
                  <a:pt x="6778426" y="2791549"/>
                </a:moveTo>
                <a:cubicBezTo>
                  <a:pt x="6741517" y="2799585"/>
                  <a:pt x="6704012" y="2803604"/>
                  <a:pt x="6665912" y="2803604"/>
                </a:cubicBezTo>
                <a:lnTo>
                  <a:pt x="6515000" y="2803604"/>
                </a:lnTo>
                <a:lnTo>
                  <a:pt x="6515000" y="2821463"/>
                </a:lnTo>
                <a:lnTo>
                  <a:pt x="6575722" y="2821463"/>
                </a:lnTo>
                <a:lnTo>
                  <a:pt x="6575722" y="3156326"/>
                </a:lnTo>
                <a:lnTo>
                  <a:pt x="6515000" y="3156326"/>
                </a:lnTo>
                <a:lnTo>
                  <a:pt x="6515000" y="3174632"/>
                </a:lnTo>
                <a:lnTo>
                  <a:pt x="6837808" y="3174632"/>
                </a:lnTo>
                <a:lnTo>
                  <a:pt x="6837808" y="3156326"/>
                </a:lnTo>
                <a:lnTo>
                  <a:pt x="6778426" y="3156326"/>
                </a:lnTo>
                <a:close/>
                <a:moveTo>
                  <a:pt x="4840386" y="2791549"/>
                </a:moveTo>
                <a:cubicBezTo>
                  <a:pt x="4811216" y="2799585"/>
                  <a:pt x="4774306" y="2803604"/>
                  <a:pt x="4729658" y="2803604"/>
                </a:cubicBezTo>
                <a:lnTo>
                  <a:pt x="4580532" y="2803604"/>
                </a:lnTo>
                <a:lnTo>
                  <a:pt x="4580532" y="2821463"/>
                </a:lnTo>
                <a:lnTo>
                  <a:pt x="4637236" y="2821463"/>
                </a:lnTo>
                <a:lnTo>
                  <a:pt x="4637236" y="3156326"/>
                </a:lnTo>
                <a:lnTo>
                  <a:pt x="4580532" y="3156326"/>
                </a:lnTo>
                <a:lnTo>
                  <a:pt x="4580532" y="3174632"/>
                </a:lnTo>
                <a:lnTo>
                  <a:pt x="4899769" y="3174632"/>
                </a:lnTo>
                <a:lnTo>
                  <a:pt x="4899769" y="3156326"/>
                </a:lnTo>
                <a:lnTo>
                  <a:pt x="4840386" y="3156326"/>
                </a:lnTo>
                <a:lnTo>
                  <a:pt x="4840386" y="2942460"/>
                </a:lnTo>
                <a:cubicBezTo>
                  <a:pt x="4840386" y="2936507"/>
                  <a:pt x="4844107" y="2926089"/>
                  <a:pt x="4851548" y="2911206"/>
                </a:cubicBezTo>
                <a:cubicBezTo>
                  <a:pt x="4858990" y="2896324"/>
                  <a:pt x="4868068" y="2883822"/>
                  <a:pt x="4878784" y="2873702"/>
                </a:cubicBezTo>
                <a:lnTo>
                  <a:pt x="4880570" y="2875488"/>
                </a:lnTo>
                <a:cubicBezTo>
                  <a:pt x="4878784" y="2879357"/>
                  <a:pt x="4877891" y="2884864"/>
                  <a:pt x="4877891" y="2892008"/>
                </a:cubicBezTo>
                <a:cubicBezTo>
                  <a:pt x="4877891" y="2912546"/>
                  <a:pt x="4884886" y="2929587"/>
                  <a:pt x="4898876" y="2943130"/>
                </a:cubicBezTo>
                <a:cubicBezTo>
                  <a:pt x="4912865" y="2956674"/>
                  <a:pt x="4930576" y="2963445"/>
                  <a:pt x="4952007" y="2963445"/>
                </a:cubicBezTo>
                <a:cubicBezTo>
                  <a:pt x="4974927" y="2963445"/>
                  <a:pt x="4994200" y="2955185"/>
                  <a:pt x="5009827" y="2938665"/>
                </a:cubicBezTo>
                <a:cubicBezTo>
                  <a:pt x="5025454" y="2922145"/>
                  <a:pt x="5033268" y="2901681"/>
                  <a:pt x="5033268" y="2877274"/>
                </a:cubicBezTo>
                <a:cubicBezTo>
                  <a:pt x="5033268" y="2854057"/>
                  <a:pt x="5026645" y="2835602"/>
                  <a:pt x="5013399" y="2821909"/>
                </a:cubicBezTo>
                <a:cubicBezTo>
                  <a:pt x="5000153" y="2808217"/>
                  <a:pt x="4982368" y="2801371"/>
                  <a:pt x="4960044" y="2801371"/>
                </a:cubicBezTo>
                <a:cubicBezTo>
                  <a:pt x="4919860" y="2801371"/>
                  <a:pt x="4880570" y="2831881"/>
                  <a:pt x="4842172" y="2892901"/>
                </a:cubicBezTo>
                <a:lnTo>
                  <a:pt x="4840386" y="2892901"/>
                </a:lnTo>
                <a:close/>
                <a:moveTo>
                  <a:pt x="3421161" y="2791549"/>
                </a:moveTo>
                <a:cubicBezTo>
                  <a:pt x="3387228" y="2799585"/>
                  <a:pt x="3347640" y="2803604"/>
                  <a:pt x="3302396" y="2803604"/>
                </a:cubicBezTo>
                <a:lnTo>
                  <a:pt x="3161308" y="2803604"/>
                </a:lnTo>
                <a:lnTo>
                  <a:pt x="3161308" y="2821463"/>
                </a:lnTo>
                <a:lnTo>
                  <a:pt x="3218011" y="2821463"/>
                </a:lnTo>
                <a:lnTo>
                  <a:pt x="3218011" y="3156326"/>
                </a:lnTo>
                <a:lnTo>
                  <a:pt x="3161308" y="3156326"/>
                </a:lnTo>
                <a:lnTo>
                  <a:pt x="3161308" y="3174632"/>
                </a:lnTo>
                <a:lnTo>
                  <a:pt x="3452415" y="3174632"/>
                </a:lnTo>
                <a:lnTo>
                  <a:pt x="3452415" y="3156326"/>
                </a:lnTo>
                <a:lnTo>
                  <a:pt x="3421161" y="3156326"/>
                </a:lnTo>
                <a:lnTo>
                  <a:pt x="3421161" y="2876381"/>
                </a:lnTo>
                <a:cubicBezTo>
                  <a:pt x="3438723" y="2858819"/>
                  <a:pt x="3454797" y="2850038"/>
                  <a:pt x="3469382" y="2850038"/>
                </a:cubicBezTo>
                <a:cubicBezTo>
                  <a:pt x="3485455" y="2850038"/>
                  <a:pt x="3493492" y="2864028"/>
                  <a:pt x="3493492" y="2892008"/>
                </a:cubicBezTo>
                <a:lnTo>
                  <a:pt x="3493492" y="3156326"/>
                </a:lnTo>
                <a:lnTo>
                  <a:pt x="3464024" y="3156326"/>
                </a:lnTo>
                <a:lnTo>
                  <a:pt x="3464024" y="3174632"/>
                </a:lnTo>
                <a:lnTo>
                  <a:pt x="3726557" y="3174632"/>
                </a:lnTo>
                <a:lnTo>
                  <a:pt x="3726557" y="3156326"/>
                </a:lnTo>
                <a:lnTo>
                  <a:pt x="3695303" y="3156326"/>
                </a:lnTo>
                <a:lnTo>
                  <a:pt x="3695303" y="2876381"/>
                </a:lnTo>
                <a:cubicBezTo>
                  <a:pt x="3710781" y="2858224"/>
                  <a:pt x="3727598" y="2849145"/>
                  <a:pt x="3745755" y="2849145"/>
                </a:cubicBezTo>
                <a:cubicBezTo>
                  <a:pt x="3754387" y="2849145"/>
                  <a:pt x="3760787" y="2852122"/>
                  <a:pt x="3764954" y="2858075"/>
                </a:cubicBezTo>
                <a:cubicBezTo>
                  <a:pt x="3769122" y="2864028"/>
                  <a:pt x="3771205" y="2876827"/>
                  <a:pt x="3771205" y="2896472"/>
                </a:cubicBezTo>
                <a:lnTo>
                  <a:pt x="3771205" y="3156326"/>
                </a:lnTo>
                <a:lnTo>
                  <a:pt x="3740398" y="3156326"/>
                </a:lnTo>
                <a:lnTo>
                  <a:pt x="3740398" y="3174632"/>
                </a:lnTo>
                <a:lnTo>
                  <a:pt x="4028380" y="3174632"/>
                </a:lnTo>
                <a:lnTo>
                  <a:pt x="4028380" y="3156326"/>
                </a:lnTo>
                <a:lnTo>
                  <a:pt x="3972569" y="3156326"/>
                </a:lnTo>
                <a:lnTo>
                  <a:pt x="3972569" y="2919690"/>
                </a:lnTo>
                <a:cubicBezTo>
                  <a:pt x="3972569" y="2873255"/>
                  <a:pt x="3958431" y="2841183"/>
                  <a:pt x="3930153" y="2823472"/>
                </a:cubicBezTo>
                <a:cubicBezTo>
                  <a:pt x="3901876" y="2805762"/>
                  <a:pt x="3870027" y="2796907"/>
                  <a:pt x="3834606" y="2796907"/>
                </a:cubicBezTo>
                <a:cubicBezTo>
                  <a:pt x="3785790" y="2796907"/>
                  <a:pt x="3737867" y="2816105"/>
                  <a:pt x="3690838" y="2854503"/>
                </a:cubicBezTo>
                <a:cubicBezTo>
                  <a:pt x="3661370" y="2816105"/>
                  <a:pt x="3621186" y="2796907"/>
                  <a:pt x="3570287" y="2796907"/>
                </a:cubicBezTo>
                <a:cubicBezTo>
                  <a:pt x="3520281" y="2796907"/>
                  <a:pt x="3470572" y="2816105"/>
                  <a:pt x="3421161" y="2854503"/>
                </a:cubicBezTo>
                <a:close/>
                <a:moveTo>
                  <a:pt x="8221910" y="2783065"/>
                </a:moveTo>
                <a:lnTo>
                  <a:pt x="8153151" y="2823695"/>
                </a:lnTo>
                <a:cubicBezTo>
                  <a:pt x="8107610" y="2798692"/>
                  <a:pt x="8064003" y="2786191"/>
                  <a:pt x="8022331" y="2786191"/>
                </a:cubicBezTo>
                <a:cubicBezTo>
                  <a:pt x="7972325" y="2786191"/>
                  <a:pt x="7931025" y="2799511"/>
                  <a:pt x="7898432" y="2826151"/>
                </a:cubicBezTo>
                <a:cubicBezTo>
                  <a:pt x="7865839" y="2852791"/>
                  <a:pt x="7849542" y="2886650"/>
                  <a:pt x="7849542" y="2927726"/>
                </a:cubicBezTo>
                <a:cubicBezTo>
                  <a:pt x="7849542" y="2958980"/>
                  <a:pt x="7864276" y="2987927"/>
                  <a:pt x="7893744" y="3014568"/>
                </a:cubicBezTo>
                <a:cubicBezTo>
                  <a:pt x="7923212" y="3041208"/>
                  <a:pt x="7974706" y="3067178"/>
                  <a:pt x="8048228" y="3092479"/>
                </a:cubicBezTo>
                <a:cubicBezTo>
                  <a:pt x="8062217" y="3096944"/>
                  <a:pt x="8071966" y="3101781"/>
                  <a:pt x="8077472" y="3106990"/>
                </a:cubicBezTo>
                <a:cubicBezTo>
                  <a:pt x="8082979" y="3112199"/>
                  <a:pt x="8085732" y="3118971"/>
                  <a:pt x="8085732" y="3127305"/>
                </a:cubicBezTo>
                <a:cubicBezTo>
                  <a:pt x="8085732" y="3147248"/>
                  <a:pt x="8072338" y="3157219"/>
                  <a:pt x="8045549" y="3157219"/>
                </a:cubicBezTo>
                <a:cubicBezTo>
                  <a:pt x="7996733" y="3157219"/>
                  <a:pt x="7955582" y="3144643"/>
                  <a:pt x="7922096" y="3119492"/>
                </a:cubicBezTo>
                <a:cubicBezTo>
                  <a:pt x="7888609" y="3094339"/>
                  <a:pt x="7869931" y="3060630"/>
                  <a:pt x="7866062" y="3018363"/>
                </a:cubicBezTo>
                <a:lnTo>
                  <a:pt x="7846863" y="3018363"/>
                </a:lnTo>
                <a:lnTo>
                  <a:pt x="7846863" y="3189366"/>
                </a:lnTo>
                <a:lnTo>
                  <a:pt x="7905353" y="3143378"/>
                </a:lnTo>
                <a:cubicBezTo>
                  <a:pt x="7950299" y="3172251"/>
                  <a:pt x="8003728" y="3186687"/>
                  <a:pt x="8065640" y="3186687"/>
                </a:cubicBezTo>
                <a:cubicBezTo>
                  <a:pt x="8119516" y="3186687"/>
                  <a:pt x="8162379" y="3174632"/>
                  <a:pt x="8194228" y="3150522"/>
                </a:cubicBezTo>
                <a:cubicBezTo>
                  <a:pt x="8226077" y="3126412"/>
                  <a:pt x="8242002" y="3094265"/>
                  <a:pt x="8242002" y="3054082"/>
                </a:cubicBezTo>
                <a:cubicBezTo>
                  <a:pt x="8242002" y="3036817"/>
                  <a:pt x="8238951" y="3020595"/>
                  <a:pt x="8232849" y="3005415"/>
                </a:cubicBezTo>
                <a:cubicBezTo>
                  <a:pt x="8226747" y="2990234"/>
                  <a:pt x="8218040" y="2977658"/>
                  <a:pt x="8206729" y="2967687"/>
                </a:cubicBezTo>
                <a:cubicBezTo>
                  <a:pt x="8195419" y="2957715"/>
                  <a:pt x="8179345" y="2946702"/>
                  <a:pt x="8158509" y="2934647"/>
                </a:cubicBezTo>
                <a:cubicBezTo>
                  <a:pt x="8137673" y="2922592"/>
                  <a:pt x="8099127" y="2902277"/>
                  <a:pt x="8042870" y="2873702"/>
                </a:cubicBezTo>
                <a:cubicBezTo>
                  <a:pt x="8029475" y="2867153"/>
                  <a:pt x="8019504" y="2861275"/>
                  <a:pt x="8012955" y="2856066"/>
                </a:cubicBezTo>
                <a:cubicBezTo>
                  <a:pt x="8006407" y="2850857"/>
                  <a:pt x="8003133" y="2844531"/>
                  <a:pt x="8003133" y="2837090"/>
                </a:cubicBezTo>
                <a:cubicBezTo>
                  <a:pt x="8003133" y="2830542"/>
                  <a:pt x="8006258" y="2825109"/>
                  <a:pt x="8012509" y="2820793"/>
                </a:cubicBezTo>
                <a:cubicBezTo>
                  <a:pt x="8018760" y="2816477"/>
                  <a:pt x="8026945" y="2814319"/>
                  <a:pt x="8037065" y="2814319"/>
                </a:cubicBezTo>
                <a:cubicBezTo>
                  <a:pt x="8071891" y="2814319"/>
                  <a:pt x="8106568" y="2824812"/>
                  <a:pt x="8141096" y="2845796"/>
                </a:cubicBezTo>
                <a:cubicBezTo>
                  <a:pt x="8175624" y="2866781"/>
                  <a:pt x="8196163" y="2900193"/>
                  <a:pt x="8202711" y="2946032"/>
                </a:cubicBezTo>
                <a:lnTo>
                  <a:pt x="8221910" y="2946032"/>
                </a:lnTo>
                <a:close/>
                <a:moveTo>
                  <a:pt x="7240835" y="2783065"/>
                </a:moveTo>
                <a:lnTo>
                  <a:pt x="7172076" y="2823695"/>
                </a:lnTo>
                <a:cubicBezTo>
                  <a:pt x="7126535" y="2798692"/>
                  <a:pt x="7082928" y="2786191"/>
                  <a:pt x="7041256" y="2786191"/>
                </a:cubicBezTo>
                <a:cubicBezTo>
                  <a:pt x="6991250" y="2786191"/>
                  <a:pt x="6949950" y="2799511"/>
                  <a:pt x="6917357" y="2826151"/>
                </a:cubicBezTo>
                <a:cubicBezTo>
                  <a:pt x="6884764" y="2852791"/>
                  <a:pt x="6868467" y="2886650"/>
                  <a:pt x="6868467" y="2927726"/>
                </a:cubicBezTo>
                <a:cubicBezTo>
                  <a:pt x="6868467" y="2958980"/>
                  <a:pt x="6883201" y="2987927"/>
                  <a:pt x="6912669" y="3014568"/>
                </a:cubicBezTo>
                <a:cubicBezTo>
                  <a:pt x="6942137" y="3041208"/>
                  <a:pt x="6993631" y="3067178"/>
                  <a:pt x="7067153" y="3092479"/>
                </a:cubicBezTo>
                <a:cubicBezTo>
                  <a:pt x="7081142" y="3096944"/>
                  <a:pt x="7090891" y="3101781"/>
                  <a:pt x="7096397" y="3106990"/>
                </a:cubicBezTo>
                <a:cubicBezTo>
                  <a:pt x="7101904" y="3112199"/>
                  <a:pt x="7104657" y="3118971"/>
                  <a:pt x="7104657" y="3127305"/>
                </a:cubicBezTo>
                <a:cubicBezTo>
                  <a:pt x="7104657" y="3147248"/>
                  <a:pt x="7091263" y="3157219"/>
                  <a:pt x="7064474" y="3157219"/>
                </a:cubicBezTo>
                <a:cubicBezTo>
                  <a:pt x="7015658" y="3157219"/>
                  <a:pt x="6974507" y="3144643"/>
                  <a:pt x="6941021" y="3119492"/>
                </a:cubicBezTo>
                <a:cubicBezTo>
                  <a:pt x="6907534" y="3094339"/>
                  <a:pt x="6888856" y="3060630"/>
                  <a:pt x="6884987" y="3018363"/>
                </a:cubicBezTo>
                <a:lnTo>
                  <a:pt x="6865788" y="3018363"/>
                </a:lnTo>
                <a:lnTo>
                  <a:pt x="6865788" y="3189366"/>
                </a:lnTo>
                <a:lnTo>
                  <a:pt x="6924278" y="3143378"/>
                </a:lnTo>
                <a:cubicBezTo>
                  <a:pt x="6969224" y="3172251"/>
                  <a:pt x="7022653" y="3186687"/>
                  <a:pt x="7084565" y="3186687"/>
                </a:cubicBezTo>
                <a:cubicBezTo>
                  <a:pt x="7138441" y="3186687"/>
                  <a:pt x="7181304" y="3174632"/>
                  <a:pt x="7213153" y="3150522"/>
                </a:cubicBezTo>
                <a:cubicBezTo>
                  <a:pt x="7245002" y="3126412"/>
                  <a:pt x="7260927" y="3094265"/>
                  <a:pt x="7260927" y="3054082"/>
                </a:cubicBezTo>
                <a:cubicBezTo>
                  <a:pt x="7260927" y="3036817"/>
                  <a:pt x="7257876" y="3020595"/>
                  <a:pt x="7251774" y="3005415"/>
                </a:cubicBezTo>
                <a:cubicBezTo>
                  <a:pt x="7245672" y="2990234"/>
                  <a:pt x="7236965" y="2977658"/>
                  <a:pt x="7225654" y="2967687"/>
                </a:cubicBezTo>
                <a:cubicBezTo>
                  <a:pt x="7214344" y="2957715"/>
                  <a:pt x="7198270" y="2946702"/>
                  <a:pt x="7177434" y="2934647"/>
                </a:cubicBezTo>
                <a:cubicBezTo>
                  <a:pt x="7156598" y="2922592"/>
                  <a:pt x="7118052" y="2902277"/>
                  <a:pt x="7061795" y="2873702"/>
                </a:cubicBezTo>
                <a:cubicBezTo>
                  <a:pt x="7048400" y="2867153"/>
                  <a:pt x="7038429" y="2861275"/>
                  <a:pt x="7031880" y="2856066"/>
                </a:cubicBezTo>
                <a:cubicBezTo>
                  <a:pt x="7025332" y="2850857"/>
                  <a:pt x="7022058" y="2844531"/>
                  <a:pt x="7022058" y="2837090"/>
                </a:cubicBezTo>
                <a:cubicBezTo>
                  <a:pt x="7022058" y="2830542"/>
                  <a:pt x="7025183" y="2825109"/>
                  <a:pt x="7031434" y="2820793"/>
                </a:cubicBezTo>
                <a:cubicBezTo>
                  <a:pt x="7037685" y="2816477"/>
                  <a:pt x="7045870" y="2814319"/>
                  <a:pt x="7055990" y="2814319"/>
                </a:cubicBezTo>
                <a:cubicBezTo>
                  <a:pt x="7090816" y="2814319"/>
                  <a:pt x="7125493" y="2824812"/>
                  <a:pt x="7160021" y="2845796"/>
                </a:cubicBezTo>
                <a:cubicBezTo>
                  <a:pt x="7194549" y="2866781"/>
                  <a:pt x="7215088" y="2900193"/>
                  <a:pt x="7221636" y="2946032"/>
                </a:cubicBezTo>
                <a:lnTo>
                  <a:pt x="7240835" y="2946032"/>
                </a:lnTo>
                <a:close/>
                <a:moveTo>
                  <a:pt x="8502897" y="2621438"/>
                </a:moveTo>
                <a:cubicBezTo>
                  <a:pt x="8493968" y="2658050"/>
                  <a:pt x="8466658" y="2696299"/>
                  <a:pt x="8420968" y="2736185"/>
                </a:cubicBezTo>
                <a:cubicBezTo>
                  <a:pt x="8375277" y="2776070"/>
                  <a:pt x="8326685" y="2798543"/>
                  <a:pt x="8275190" y="2803604"/>
                </a:cubicBezTo>
                <a:lnTo>
                  <a:pt x="8275190" y="2821463"/>
                </a:lnTo>
                <a:lnTo>
                  <a:pt x="8319839" y="2821463"/>
                </a:lnTo>
                <a:lnTo>
                  <a:pt x="8319839" y="3081317"/>
                </a:lnTo>
                <a:cubicBezTo>
                  <a:pt x="8319839" y="3146504"/>
                  <a:pt x="8361957" y="3179097"/>
                  <a:pt x="8446194" y="3179097"/>
                </a:cubicBezTo>
                <a:cubicBezTo>
                  <a:pt x="8484294" y="3179097"/>
                  <a:pt x="8516812" y="3170688"/>
                  <a:pt x="8543750" y="3153871"/>
                </a:cubicBezTo>
                <a:cubicBezTo>
                  <a:pt x="8570688" y="3137053"/>
                  <a:pt x="8593534" y="3100069"/>
                  <a:pt x="8612286" y="3042919"/>
                </a:cubicBezTo>
                <a:lnTo>
                  <a:pt x="8588622" y="3037562"/>
                </a:lnTo>
                <a:cubicBezTo>
                  <a:pt x="8571656" y="3088163"/>
                  <a:pt x="8554987" y="3113464"/>
                  <a:pt x="8538616" y="3113464"/>
                </a:cubicBezTo>
                <a:cubicBezTo>
                  <a:pt x="8532663" y="3113464"/>
                  <a:pt x="8528570" y="3110636"/>
                  <a:pt x="8526338" y="3104981"/>
                </a:cubicBezTo>
                <a:cubicBezTo>
                  <a:pt x="8524105" y="3099325"/>
                  <a:pt x="8522989" y="3085931"/>
                  <a:pt x="8522989" y="3064797"/>
                </a:cubicBezTo>
                <a:lnTo>
                  <a:pt x="8522989" y="2821463"/>
                </a:lnTo>
                <a:lnTo>
                  <a:pt x="8582372" y="2821463"/>
                </a:lnTo>
                <a:lnTo>
                  <a:pt x="8582372" y="2803604"/>
                </a:lnTo>
                <a:lnTo>
                  <a:pt x="8522989" y="2803604"/>
                </a:lnTo>
                <a:lnTo>
                  <a:pt x="8522989" y="2621438"/>
                </a:lnTo>
                <a:close/>
                <a:moveTo>
                  <a:pt x="5292972" y="2621438"/>
                </a:moveTo>
                <a:cubicBezTo>
                  <a:pt x="5284042" y="2658050"/>
                  <a:pt x="5256733" y="2696299"/>
                  <a:pt x="5211042" y="2736185"/>
                </a:cubicBezTo>
                <a:cubicBezTo>
                  <a:pt x="5165352" y="2776070"/>
                  <a:pt x="5116760" y="2798543"/>
                  <a:pt x="5065265" y="2803604"/>
                </a:cubicBezTo>
                <a:lnTo>
                  <a:pt x="5065265" y="2821463"/>
                </a:lnTo>
                <a:lnTo>
                  <a:pt x="5109914" y="2821463"/>
                </a:lnTo>
                <a:lnTo>
                  <a:pt x="5109914" y="3081317"/>
                </a:lnTo>
                <a:cubicBezTo>
                  <a:pt x="5109914" y="3146504"/>
                  <a:pt x="5152032" y="3179097"/>
                  <a:pt x="5236269" y="3179097"/>
                </a:cubicBezTo>
                <a:cubicBezTo>
                  <a:pt x="5274369" y="3179097"/>
                  <a:pt x="5306888" y="3170688"/>
                  <a:pt x="5333825" y="3153871"/>
                </a:cubicBezTo>
                <a:cubicBezTo>
                  <a:pt x="5360764" y="3137053"/>
                  <a:pt x="5383608" y="3100069"/>
                  <a:pt x="5402361" y="3042919"/>
                </a:cubicBezTo>
                <a:lnTo>
                  <a:pt x="5378697" y="3037562"/>
                </a:lnTo>
                <a:cubicBezTo>
                  <a:pt x="5361731" y="3088163"/>
                  <a:pt x="5345062" y="3113464"/>
                  <a:pt x="5328691" y="3113464"/>
                </a:cubicBezTo>
                <a:cubicBezTo>
                  <a:pt x="5322738" y="3113464"/>
                  <a:pt x="5318645" y="3110636"/>
                  <a:pt x="5316413" y="3104981"/>
                </a:cubicBezTo>
                <a:cubicBezTo>
                  <a:pt x="5314180" y="3099325"/>
                  <a:pt x="5313064" y="3085931"/>
                  <a:pt x="5313064" y="3064797"/>
                </a:cubicBezTo>
                <a:lnTo>
                  <a:pt x="5313064" y="2821463"/>
                </a:lnTo>
                <a:lnTo>
                  <a:pt x="5372446" y="2821463"/>
                </a:lnTo>
                <a:lnTo>
                  <a:pt x="5372446" y="2803604"/>
                </a:lnTo>
                <a:lnTo>
                  <a:pt x="5313064" y="2803604"/>
                </a:lnTo>
                <a:lnTo>
                  <a:pt x="5313064" y="2621438"/>
                </a:lnTo>
                <a:close/>
                <a:moveTo>
                  <a:pt x="6077594" y="2596881"/>
                </a:moveTo>
                <a:lnTo>
                  <a:pt x="6123136" y="2596881"/>
                </a:lnTo>
                <a:cubicBezTo>
                  <a:pt x="6154687" y="2596881"/>
                  <a:pt x="6173737" y="2602239"/>
                  <a:pt x="6180286" y="2612955"/>
                </a:cubicBezTo>
                <a:cubicBezTo>
                  <a:pt x="6186834" y="2623670"/>
                  <a:pt x="6190108" y="2646590"/>
                  <a:pt x="6190108" y="2681713"/>
                </a:cubicBezTo>
                <a:lnTo>
                  <a:pt x="6190108" y="3068369"/>
                </a:lnTo>
                <a:cubicBezTo>
                  <a:pt x="6190108" y="3103195"/>
                  <a:pt x="6184825" y="3126114"/>
                  <a:pt x="6174258" y="3137127"/>
                </a:cubicBezTo>
                <a:cubicBezTo>
                  <a:pt x="6163691" y="3148141"/>
                  <a:pt x="6143674" y="3153648"/>
                  <a:pt x="6114206" y="3153648"/>
                </a:cubicBezTo>
                <a:lnTo>
                  <a:pt x="6077594" y="3153648"/>
                </a:lnTo>
                <a:close/>
                <a:moveTo>
                  <a:pt x="5747643" y="2575897"/>
                </a:moveTo>
                <a:lnTo>
                  <a:pt x="5747643" y="2596881"/>
                </a:lnTo>
                <a:lnTo>
                  <a:pt x="5816847" y="2596881"/>
                </a:lnTo>
                <a:lnTo>
                  <a:pt x="5816847" y="3153648"/>
                </a:lnTo>
                <a:lnTo>
                  <a:pt x="5747643" y="3153648"/>
                </a:lnTo>
                <a:lnTo>
                  <a:pt x="5747643" y="3174632"/>
                </a:lnTo>
                <a:lnTo>
                  <a:pt x="6220916" y="3174632"/>
                </a:lnTo>
                <a:cubicBezTo>
                  <a:pt x="6301581" y="3174632"/>
                  <a:pt x="6364609" y="3142188"/>
                  <a:pt x="6410002" y="3077299"/>
                </a:cubicBezTo>
                <a:cubicBezTo>
                  <a:pt x="6455395" y="3012410"/>
                  <a:pt x="6478091" y="2943353"/>
                  <a:pt x="6478091" y="2870130"/>
                </a:cubicBezTo>
                <a:cubicBezTo>
                  <a:pt x="6478091" y="2801371"/>
                  <a:pt x="6456213" y="2735143"/>
                  <a:pt x="6412458" y="2671444"/>
                </a:cubicBezTo>
                <a:cubicBezTo>
                  <a:pt x="6368702" y="2607746"/>
                  <a:pt x="6298158" y="2575897"/>
                  <a:pt x="6200824" y="2575897"/>
                </a:cubicBezTo>
                <a:close/>
                <a:moveTo>
                  <a:pt x="6693594" y="2564734"/>
                </a:moveTo>
                <a:cubicBezTo>
                  <a:pt x="6659661" y="2564734"/>
                  <a:pt x="6630565" y="2573590"/>
                  <a:pt x="6606306" y="2591300"/>
                </a:cubicBezTo>
                <a:cubicBezTo>
                  <a:pt x="6582047" y="2609011"/>
                  <a:pt x="6569918" y="2630070"/>
                  <a:pt x="6569918" y="2654478"/>
                </a:cubicBezTo>
                <a:cubicBezTo>
                  <a:pt x="6569918" y="2673826"/>
                  <a:pt x="6577359" y="2689452"/>
                  <a:pt x="6592242" y="2701359"/>
                </a:cubicBezTo>
                <a:cubicBezTo>
                  <a:pt x="6607125" y="2713265"/>
                  <a:pt x="6626770" y="2719218"/>
                  <a:pt x="6651178" y="2719218"/>
                </a:cubicBezTo>
                <a:cubicBezTo>
                  <a:pt x="6683920" y="2719218"/>
                  <a:pt x="6712570" y="2710586"/>
                  <a:pt x="6737126" y="2693322"/>
                </a:cubicBezTo>
                <a:cubicBezTo>
                  <a:pt x="6761683" y="2676058"/>
                  <a:pt x="6773961" y="2656413"/>
                  <a:pt x="6773961" y="2634386"/>
                </a:cubicBezTo>
                <a:cubicBezTo>
                  <a:pt x="6773961" y="2612657"/>
                  <a:pt x="6766817" y="2595616"/>
                  <a:pt x="6752530" y="2583264"/>
                </a:cubicBezTo>
                <a:cubicBezTo>
                  <a:pt x="6738242" y="2570911"/>
                  <a:pt x="6718597" y="2564734"/>
                  <a:pt x="6693594" y="2564734"/>
                </a:cubicBezTo>
                <a:close/>
                <a:moveTo>
                  <a:pt x="3115022" y="2545536"/>
                </a:moveTo>
                <a:lnTo>
                  <a:pt x="3032869" y="2607597"/>
                </a:lnTo>
                <a:cubicBezTo>
                  <a:pt x="2998638" y="2586166"/>
                  <a:pt x="2969021" y="2572771"/>
                  <a:pt x="2944018" y="2567413"/>
                </a:cubicBezTo>
                <a:cubicBezTo>
                  <a:pt x="2919015" y="2562056"/>
                  <a:pt x="2895649" y="2559377"/>
                  <a:pt x="2873920" y="2559377"/>
                </a:cubicBezTo>
                <a:cubicBezTo>
                  <a:pt x="2808436" y="2559377"/>
                  <a:pt x="2753816" y="2579245"/>
                  <a:pt x="2710061" y="2618982"/>
                </a:cubicBezTo>
                <a:cubicBezTo>
                  <a:pt x="2666305" y="2658719"/>
                  <a:pt x="2644427" y="2708354"/>
                  <a:pt x="2644427" y="2767885"/>
                </a:cubicBezTo>
                <a:cubicBezTo>
                  <a:pt x="2644427" y="2850336"/>
                  <a:pt x="2700387" y="2921029"/>
                  <a:pt x="2812305" y="2979965"/>
                </a:cubicBezTo>
                <a:cubicBezTo>
                  <a:pt x="2860823" y="3005266"/>
                  <a:pt x="2891780" y="3022307"/>
                  <a:pt x="2905174" y="3031088"/>
                </a:cubicBezTo>
                <a:cubicBezTo>
                  <a:pt x="2918569" y="3039869"/>
                  <a:pt x="2929210" y="3049542"/>
                  <a:pt x="2937098" y="3060109"/>
                </a:cubicBezTo>
                <a:cubicBezTo>
                  <a:pt x="2944986" y="3070676"/>
                  <a:pt x="2948929" y="3082061"/>
                  <a:pt x="2948929" y="3094265"/>
                </a:cubicBezTo>
                <a:cubicBezTo>
                  <a:pt x="2948929" y="3115101"/>
                  <a:pt x="2939330" y="3131993"/>
                  <a:pt x="2920131" y="3144941"/>
                </a:cubicBezTo>
                <a:cubicBezTo>
                  <a:pt x="2900933" y="3157889"/>
                  <a:pt x="2875706" y="3164363"/>
                  <a:pt x="2844452" y="3164363"/>
                </a:cubicBezTo>
                <a:cubicBezTo>
                  <a:pt x="2809924" y="3164363"/>
                  <a:pt x="2776066" y="3153127"/>
                  <a:pt x="2742877" y="3130653"/>
                </a:cubicBezTo>
                <a:cubicBezTo>
                  <a:pt x="2709688" y="3108180"/>
                  <a:pt x="2685281" y="3082731"/>
                  <a:pt x="2669654" y="3054305"/>
                </a:cubicBezTo>
                <a:cubicBezTo>
                  <a:pt x="2654027" y="3025878"/>
                  <a:pt x="2646213" y="2990978"/>
                  <a:pt x="2646213" y="2949604"/>
                </a:cubicBezTo>
                <a:lnTo>
                  <a:pt x="2646213" y="2946925"/>
                </a:lnTo>
                <a:lnTo>
                  <a:pt x="2623442" y="2946925"/>
                </a:lnTo>
                <a:lnTo>
                  <a:pt x="2623442" y="3199189"/>
                </a:lnTo>
                <a:lnTo>
                  <a:pt x="2703809" y="3136235"/>
                </a:lnTo>
                <a:cubicBezTo>
                  <a:pt x="2752625" y="3174037"/>
                  <a:pt x="2805013" y="3192938"/>
                  <a:pt x="2860972" y="3192938"/>
                </a:cubicBezTo>
                <a:cubicBezTo>
                  <a:pt x="2896989" y="3192938"/>
                  <a:pt x="2937247" y="3185571"/>
                  <a:pt x="2981746" y="3170837"/>
                </a:cubicBezTo>
                <a:cubicBezTo>
                  <a:pt x="3026246" y="3156103"/>
                  <a:pt x="3061444" y="3132514"/>
                  <a:pt x="3087340" y="3100069"/>
                </a:cubicBezTo>
                <a:cubicBezTo>
                  <a:pt x="3113236" y="3067625"/>
                  <a:pt x="3126184" y="3026995"/>
                  <a:pt x="3126184" y="2978179"/>
                </a:cubicBezTo>
                <a:cubicBezTo>
                  <a:pt x="3126184" y="2946330"/>
                  <a:pt x="3120678" y="2918350"/>
                  <a:pt x="3109664" y="2894240"/>
                </a:cubicBezTo>
                <a:cubicBezTo>
                  <a:pt x="3098651" y="2870130"/>
                  <a:pt x="3078931" y="2847359"/>
                  <a:pt x="3050505" y="2825928"/>
                </a:cubicBezTo>
                <a:cubicBezTo>
                  <a:pt x="3022079" y="2804497"/>
                  <a:pt x="2963664" y="2769225"/>
                  <a:pt x="2875260" y="2720111"/>
                </a:cubicBezTo>
                <a:cubicBezTo>
                  <a:pt x="2850256" y="2706419"/>
                  <a:pt x="2833365" y="2694810"/>
                  <a:pt x="2824584" y="2685285"/>
                </a:cubicBezTo>
                <a:cubicBezTo>
                  <a:pt x="2815803" y="2675760"/>
                  <a:pt x="2811413" y="2663556"/>
                  <a:pt x="2811413" y="2648674"/>
                </a:cubicBezTo>
                <a:cubicBezTo>
                  <a:pt x="2811413" y="2629326"/>
                  <a:pt x="2818333" y="2613550"/>
                  <a:pt x="2832174" y="2601346"/>
                </a:cubicBezTo>
                <a:cubicBezTo>
                  <a:pt x="2846015" y="2589142"/>
                  <a:pt x="2864098" y="2583040"/>
                  <a:pt x="2886422" y="2583040"/>
                </a:cubicBezTo>
                <a:cubicBezTo>
                  <a:pt x="2933452" y="2583040"/>
                  <a:pt x="2979439" y="2598965"/>
                  <a:pt x="3024385" y="2630814"/>
                </a:cubicBezTo>
                <a:cubicBezTo>
                  <a:pt x="3069332" y="2662663"/>
                  <a:pt x="3092251" y="2708056"/>
                  <a:pt x="3093144" y="2766992"/>
                </a:cubicBezTo>
                <a:lnTo>
                  <a:pt x="3115022" y="276699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1649"/>
                </a:lnTo>
                <a:lnTo>
                  <a:pt x="0" y="685164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63500" dist="50800" dir="2700000" algn="tl" rotWithShape="0">
              <a:prstClr val="black">
                <a:alpha val="46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0907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748">
              <a:schemeClr val="bg1"/>
            </a:gs>
            <a:gs pos="74000">
              <a:schemeClr val="bg1"/>
            </a:gs>
            <a:gs pos="83000">
              <a:schemeClr val="bg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1C672C-116C-8986-5CA3-19693B062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64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91A9C4F-893F-8C63-02B1-55B2F3B7395C}"/>
              </a:ext>
            </a:extLst>
          </p:cNvPr>
          <p:cNvSpPr/>
          <p:nvPr/>
        </p:nvSpPr>
        <p:spPr>
          <a:xfrm>
            <a:off x="-41681400" y="-25831800"/>
            <a:ext cx="99212400" cy="56616600"/>
          </a:xfrm>
          <a:custGeom>
            <a:avLst/>
            <a:gdLst/>
            <a:ahLst/>
            <a:cxnLst/>
            <a:rect l="l" t="t" r="r" b="b"/>
            <a:pathLst>
              <a:path w="12192000" h="6851649">
                <a:moveTo>
                  <a:pt x="4074368" y="4340701"/>
                </a:moveTo>
                <a:cubicBezTo>
                  <a:pt x="4094608" y="4357369"/>
                  <a:pt x="4124821" y="4365704"/>
                  <a:pt x="4165004" y="4365704"/>
                </a:cubicBezTo>
                <a:lnTo>
                  <a:pt x="4281090" y="4360792"/>
                </a:lnTo>
                <a:cubicBezTo>
                  <a:pt x="4323952" y="4360792"/>
                  <a:pt x="4350816" y="4365183"/>
                  <a:pt x="4361680" y="4373964"/>
                </a:cubicBezTo>
                <a:cubicBezTo>
                  <a:pt x="4372544" y="4382744"/>
                  <a:pt x="4377977" y="4393683"/>
                  <a:pt x="4377977" y="4406780"/>
                </a:cubicBezTo>
                <a:cubicBezTo>
                  <a:pt x="4377977" y="4425830"/>
                  <a:pt x="4366666" y="4440787"/>
                  <a:pt x="4344045" y="4451652"/>
                </a:cubicBezTo>
                <a:cubicBezTo>
                  <a:pt x="4321423" y="4462516"/>
                  <a:pt x="4289722" y="4467949"/>
                  <a:pt x="4248943" y="4467949"/>
                </a:cubicBezTo>
                <a:cubicBezTo>
                  <a:pt x="4195365" y="4467949"/>
                  <a:pt x="4151536" y="4458721"/>
                  <a:pt x="4117454" y="4440267"/>
                </a:cubicBezTo>
                <a:cubicBezTo>
                  <a:pt x="4083372" y="4421812"/>
                  <a:pt x="4066331" y="4398743"/>
                  <a:pt x="4066331" y="4371061"/>
                </a:cubicBezTo>
                <a:cubicBezTo>
                  <a:pt x="4066331" y="4359751"/>
                  <a:pt x="4069010" y="4349630"/>
                  <a:pt x="4074368" y="4340701"/>
                </a:cubicBezTo>
                <a:close/>
                <a:moveTo>
                  <a:pt x="3694559" y="4096474"/>
                </a:moveTo>
                <a:cubicBezTo>
                  <a:pt x="3705274" y="4096474"/>
                  <a:pt x="3720157" y="4100194"/>
                  <a:pt x="3739207" y="4107636"/>
                </a:cubicBezTo>
                <a:lnTo>
                  <a:pt x="3739207" y="4235777"/>
                </a:lnTo>
                <a:cubicBezTo>
                  <a:pt x="3716288" y="4248576"/>
                  <a:pt x="3699470" y="4254976"/>
                  <a:pt x="3688754" y="4254976"/>
                </a:cubicBezTo>
                <a:cubicBezTo>
                  <a:pt x="3670597" y="4254976"/>
                  <a:pt x="3661519" y="4242474"/>
                  <a:pt x="3661519" y="4217471"/>
                </a:cubicBezTo>
                <a:lnTo>
                  <a:pt x="3661519" y="4134871"/>
                </a:lnTo>
                <a:cubicBezTo>
                  <a:pt x="3661519" y="4121179"/>
                  <a:pt x="3664049" y="4111356"/>
                  <a:pt x="3669109" y="4105403"/>
                </a:cubicBezTo>
                <a:cubicBezTo>
                  <a:pt x="3674169" y="4099450"/>
                  <a:pt x="3682653" y="4096474"/>
                  <a:pt x="3694559" y="4096474"/>
                </a:cubicBezTo>
                <a:close/>
                <a:moveTo>
                  <a:pt x="2542034" y="4096474"/>
                </a:moveTo>
                <a:cubicBezTo>
                  <a:pt x="2552749" y="4096474"/>
                  <a:pt x="2567632" y="4100194"/>
                  <a:pt x="2586682" y="4107636"/>
                </a:cubicBezTo>
                <a:lnTo>
                  <a:pt x="2586682" y="4235777"/>
                </a:lnTo>
                <a:cubicBezTo>
                  <a:pt x="2563763" y="4248576"/>
                  <a:pt x="2546945" y="4254976"/>
                  <a:pt x="2536229" y="4254976"/>
                </a:cubicBezTo>
                <a:cubicBezTo>
                  <a:pt x="2518072" y="4254976"/>
                  <a:pt x="2508994" y="4242474"/>
                  <a:pt x="2508994" y="4217471"/>
                </a:cubicBezTo>
                <a:lnTo>
                  <a:pt x="2508994" y="4134871"/>
                </a:lnTo>
                <a:cubicBezTo>
                  <a:pt x="2508994" y="4121179"/>
                  <a:pt x="2511524" y="4111356"/>
                  <a:pt x="2516584" y="4105403"/>
                </a:cubicBezTo>
                <a:cubicBezTo>
                  <a:pt x="2521644" y="4099450"/>
                  <a:pt x="2530127" y="4096474"/>
                  <a:pt x="2542034" y="4096474"/>
                </a:cubicBezTo>
                <a:close/>
                <a:moveTo>
                  <a:pt x="9758709" y="3919219"/>
                </a:moveTo>
                <a:cubicBezTo>
                  <a:pt x="9785498" y="3919219"/>
                  <a:pt x="9798893" y="3935442"/>
                  <a:pt x="9798893" y="3967886"/>
                </a:cubicBezTo>
                <a:lnTo>
                  <a:pt x="9798893" y="4073703"/>
                </a:lnTo>
                <a:lnTo>
                  <a:pt x="9714507" y="4073703"/>
                </a:lnTo>
                <a:lnTo>
                  <a:pt x="9714507" y="3967886"/>
                </a:lnTo>
                <a:cubicBezTo>
                  <a:pt x="9714507" y="3935442"/>
                  <a:pt x="9729241" y="3919219"/>
                  <a:pt x="9758709" y="3919219"/>
                </a:cubicBezTo>
                <a:close/>
                <a:moveTo>
                  <a:pt x="6158259" y="3919219"/>
                </a:moveTo>
                <a:cubicBezTo>
                  <a:pt x="6185048" y="3919219"/>
                  <a:pt x="6198443" y="3935442"/>
                  <a:pt x="6198443" y="3967886"/>
                </a:cubicBezTo>
                <a:lnTo>
                  <a:pt x="6198443" y="4073703"/>
                </a:lnTo>
                <a:lnTo>
                  <a:pt x="6114057" y="4073703"/>
                </a:lnTo>
                <a:lnTo>
                  <a:pt x="6114057" y="3967886"/>
                </a:lnTo>
                <a:cubicBezTo>
                  <a:pt x="6114057" y="3935442"/>
                  <a:pt x="6128791" y="3919219"/>
                  <a:pt x="6158259" y="3919219"/>
                </a:cubicBezTo>
                <a:close/>
                <a:moveTo>
                  <a:pt x="4796184" y="3919219"/>
                </a:moveTo>
                <a:cubicBezTo>
                  <a:pt x="4822973" y="3919219"/>
                  <a:pt x="4836367" y="3935442"/>
                  <a:pt x="4836367" y="3967886"/>
                </a:cubicBezTo>
                <a:lnTo>
                  <a:pt x="4836367" y="4073703"/>
                </a:lnTo>
                <a:lnTo>
                  <a:pt x="4751982" y="4073703"/>
                </a:lnTo>
                <a:lnTo>
                  <a:pt x="4751982" y="3967886"/>
                </a:lnTo>
                <a:cubicBezTo>
                  <a:pt x="4751982" y="3935442"/>
                  <a:pt x="4766716" y="3919219"/>
                  <a:pt x="4796184" y="3919219"/>
                </a:cubicBezTo>
                <a:close/>
                <a:moveTo>
                  <a:pt x="4260999" y="3919219"/>
                </a:moveTo>
                <a:cubicBezTo>
                  <a:pt x="4283620" y="3919219"/>
                  <a:pt x="4294931" y="3933209"/>
                  <a:pt x="4294931" y="3961189"/>
                </a:cubicBezTo>
                <a:lnTo>
                  <a:pt x="4294931" y="4110315"/>
                </a:lnTo>
                <a:cubicBezTo>
                  <a:pt x="4294931" y="4140080"/>
                  <a:pt x="4283024" y="4154963"/>
                  <a:pt x="4259212" y="4154963"/>
                </a:cubicBezTo>
                <a:cubicBezTo>
                  <a:pt x="4234209" y="4154963"/>
                  <a:pt x="4221707" y="4140080"/>
                  <a:pt x="4221707" y="4110315"/>
                </a:cubicBezTo>
                <a:lnTo>
                  <a:pt x="4221707" y="3961189"/>
                </a:lnTo>
                <a:cubicBezTo>
                  <a:pt x="4221707" y="3933209"/>
                  <a:pt x="4234804" y="3919219"/>
                  <a:pt x="4260999" y="3919219"/>
                </a:cubicBezTo>
                <a:close/>
                <a:moveTo>
                  <a:pt x="8210450" y="3908504"/>
                </a:moveTo>
                <a:lnTo>
                  <a:pt x="8210450" y="3926363"/>
                </a:lnTo>
                <a:lnTo>
                  <a:pt x="8234560" y="3926363"/>
                </a:lnTo>
                <a:lnTo>
                  <a:pt x="8434585" y="4275960"/>
                </a:lnTo>
                <a:lnTo>
                  <a:pt x="8379668" y="4382670"/>
                </a:lnTo>
                <a:lnTo>
                  <a:pt x="8377882" y="4382670"/>
                </a:lnTo>
                <a:cubicBezTo>
                  <a:pt x="8374012" y="4360048"/>
                  <a:pt x="8364264" y="4342263"/>
                  <a:pt x="8348637" y="4329315"/>
                </a:cubicBezTo>
                <a:cubicBezTo>
                  <a:pt x="8333010" y="4316367"/>
                  <a:pt x="8314183" y="4309893"/>
                  <a:pt x="8292157" y="4309893"/>
                </a:cubicBezTo>
                <a:cubicBezTo>
                  <a:pt x="8267749" y="4309893"/>
                  <a:pt x="8247434" y="4318376"/>
                  <a:pt x="8231212" y="4335343"/>
                </a:cubicBezTo>
                <a:cubicBezTo>
                  <a:pt x="8214989" y="4352309"/>
                  <a:pt x="8206878" y="4373592"/>
                  <a:pt x="8206878" y="4399190"/>
                </a:cubicBezTo>
                <a:cubicBezTo>
                  <a:pt x="8206878" y="4423895"/>
                  <a:pt x="8215064" y="4444285"/>
                  <a:pt x="8231435" y="4460358"/>
                </a:cubicBezTo>
                <a:cubicBezTo>
                  <a:pt x="8247806" y="4476432"/>
                  <a:pt x="8268642" y="4484468"/>
                  <a:pt x="8293943" y="4484468"/>
                </a:cubicBezTo>
                <a:cubicBezTo>
                  <a:pt x="8333531" y="4484468"/>
                  <a:pt x="8367315" y="4456935"/>
                  <a:pt x="8395294" y="4401869"/>
                </a:cubicBezTo>
                <a:lnTo>
                  <a:pt x="8597552" y="4002265"/>
                </a:lnTo>
                <a:cubicBezTo>
                  <a:pt x="8610649" y="3976072"/>
                  <a:pt x="8622852" y="3957617"/>
                  <a:pt x="8634164" y="3946901"/>
                </a:cubicBezTo>
                <a:cubicBezTo>
                  <a:pt x="8645474" y="3936186"/>
                  <a:pt x="8659762" y="3929340"/>
                  <a:pt x="8677026" y="3926363"/>
                </a:cubicBezTo>
                <a:lnTo>
                  <a:pt x="8677026" y="3908504"/>
                </a:lnTo>
                <a:lnTo>
                  <a:pt x="8523436" y="3908504"/>
                </a:lnTo>
                <a:lnTo>
                  <a:pt x="8523436" y="3926363"/>
                </a:lnTo>
                <a:cubicBezTo>
                  <a:pt x="8543081" y="3928447"/>
                  <a:pt x="8557442" y="3932986"/>
                  <a:pt x="8566521" y="3939981"/>
                </a:cubicBezTo>
                <a:cubicBezTo>
                  <a:pt x="8575600" y="3946976"/>
                  <a:pt x="8580139" y="3958361"/>
                  <a:pt x="8580139" y="3974137"/>
                </a:cubicBezTo>
                <a:cubicBezTo>
                  <a:pt x="8580139" y="3979792"/>
                  <a:pt x="8578874" y="3986787"/>
                  <a:pt x="8576344" y="3995122"/>
                </a:cubicBezTo>
                <a:cubicBezTo>
                  <a:pt x="8573814" y="4003456"/>
                  <a:pt x="8563470" y="4025036"/>
                  <a:pt x="8545313" y="4059862"/>
                </a:cubicBezTo>
                <a:lnTo>
                  <a:pt x="8469411" y="3926363"/>
                </a:lnTo>
                <a:lnTo>
                  <a:pt x="8507808" y="3926363"/>
                </a:lnTo>
                <a:lnTo>
                  <a:pt x="8507808" y="3908504"/>
                </a:lnTo>
                <a:close/>
                <a:moveTo>
                  <a:pt x="9741296" y="3901806"/>
                </a:moveTo>
                <a:cubicBezTo>
                  <a:pt x="9672240" y="3901806"/>
                  <a:pt x="9614718" y="3921080"/>
                  <a:pt x="9568730" y="3959626"/>
                </a:cubicBezTo>
                <a:cubicBezTo>
                  <a:pt x="9522742" y="3998173"/>
                  <a:pt x="9499748" y="4046021"/>
                  <a:pt x="9499748" y="4103171"/>
                </a:cubicBezTo>
                <a:cubicBezTo>
                  <a:pt x="9499748" y="4156451"/>
                  <a:pt x="9522295" y="4201174"/>
                  <a:pt x="9567390" y="4237339"/>
                </a:cubicBezTo>
                <a:cubicBezTo>
                  <a:pt x="9612485" y="4273505"/>
                  <a:pt x="9668817" y="4291587"/>
                  <a:pt x="9736385" y="4291587"/>
                </a:cubicBezTo>
                <a:cubicBezTo>
                  <a:pt x="9817943" y="4291587"/>
                  <a:pt x="9887445" y="4253785"/>
                  <a:pt x="9944893" y="4178180"/>
                </a:cubicBezTo>
                <a:lnTo>
                  <a:pt x="9930605" y="4162553"/>
                </a:lnTo>
                <a:cubicBezTo>
                  <a:pt x="9907984" y="4193212"/>
                  <a:pt x="9882013" y="4217471"/>
                  <a:pt x="9852694" y="4235330"/>
                </a:cubicBezTo>
                <a:cubicBezTo>
                  <a:pt x="9823375" y="4253190"/>
                  <a:pt x="9795321" y="4262119"/>
                  <a:pt x="9768532" y="4262119"/>
                </a:cubicBezTo>
                <a:cubicBezTo>
                  <a:pt x="9755732" y="4262119"/>
                  <a:pt x="9745017" y="4258696"/>
                  <a:pt x="9736385" y="4251850"/>
                </a:cubicBezTo>
                <a:cubicBezTo>
                  <a:pt x="9727753" y="4245004"/>
                  <a:pt x="9721948" y="4236223"/>
                  <a:pt x="9718972" y="4225508"/>
                </a:cubicBezTo>
                <a:cubicBezTo>
                  <a:pt x="9715995" y="4214792"/>
                  <a:pt x="9714507" y="4196784"/>
                  <a:pt x="9714507" y="4171483"/>
                </a:cubicBezTo>
                <a:lnTo>
                  <a:pt x="9714507" y="4092009"/>
                </a:lnTo>
                <a:lnTo>
                  <a:pt x="9952483" y="4092009"/>
                </a:lnTo>
                <a:cubicBezTo>
                  <a:pt x="9943851" y="4033370"/>
                  <a:pt x="9919964" y="3987011"/>
                  <a:pt x="9880822" y="3952929"/>
                </a:cubicBezTo>
                <a:cubicBezTo>
                  <a:pt x="9841681" y="3918847"/>
                  <a:pt x="9795172" y="3901806"/>
                  <a:pt x="9741296" y="3901806"/>
                </a:cubicBezTo>
                <a:close/>
                <a:moveTo>
                  <a:pt x="6140846" y="3901806"/>
                </a:moveTo>
                <a:cubicBezTo>
                  <a:pt x="6071790" y="3901806"/>
                  <a:pt x="6014268" y="3921080"/>
                  <a:pt x="5968280" y="3959626"/>
                </a:cubicBezTo>
                <a:cubicBezTo>
                  <a:pt x="5922292" y="3998173"/>
                  <a:pt x="5899298" y="4046021"/>
                  <a:pt x="5899298" y="4103171"/>
                </a:cubicBezTo>
                <a:cubicBezTo>
                  <a:pt x="5899298" y="4156451"/>
                  <a:pt x="5921846" y="4201174"/>
                  <a:pt x="5966941" y="4237339"/>
                </a:cubicBezTo>
                <a:cubicBezTo>
                  <a:pt x="6012036" y="4273505"/>
                  <a:pt x="6068367" y="4291587"/>
                  <a:pt x="6135935" y="4291587"/>
                </a:cubicBezTo>
                <a:cubicBezTo>
                  <a:pt x="6217493" y="4291587"/>
                  <a:pt x="6286995" y="4253785"/>
                  <a:pt x="6344443" y="4178180"/>
                </a:cubicBezTo>
                <a:lnTo>
                  <a:pt x="6330156" y="4162553"/>
                </a:lnTo>
                <a:cubicBezTo>
                  <a:pt x="6307534" y="4193212"/>
                  <a:pt x="6281563" y="4217471"/>
                  <a:pt x="6252244" y="4235330"/>
                </a:cubicBezTo>
                <a:cubicBezTo>
                  <a:pt x="6222925" y="4253190"/>
                  <a:pt x="6194871" y="4262119"/>
                  <a:pt x="6168082" y="4262119"/>
                </a:cubicBezTo>
                <a:cubicBezTo>
                  <a:pt x="6155283" y="4262119"/>
                  <a:pt x="6144567" y="4258696"/>
                  <a:pt x="6135935" y="4251850"/>
                </a:cubicBezTo>
                <a:cubicBezTo>
                  <a:pt x="6127303" y="4245004"/>
                  <a:pt x="6121499" y="4236223"/>
                  <a:pt x="6118522" y="4225508"/>
                </a:cubicBezTo>
                <a:cubicBezTo>
                  <a:pt x="6115545" y="4214792"/>
                  <a:pt x="6114057" y="4196784"/>
                  <a:pt x="6114057" y="4171483"/>
                </a:cubicBezTo>
                <a:lnTo>
                  <a:pt x="6114057" y="4092009"/>
                </a:lnTo>
                <a:lnTo>
                  <a:pt x="6352033" y="4092009"/>
                </a:lnTo>
                <a:cubicBezTo>
                  <a:pt x="6343401" y="4033370"/>
                  <a:pt x="6319514" y="3987011"/>
                  <a:pt x="6280373" y="3952929"/>
                </a:cubicBezTo>
                <a:cubicBezTo>
                  <a:pt x="6241231" y="3918847"/>
                  <a:pt x="6194722" y="3901806"/>
                  <a:pt x="6140846" y="3901806"/>
                </a:cubicBezTo>
                <a:close/>
                <a:moveTo>
                  <a:pt x="4778771" y="3901806"/>
                </a:moveTo>
                <a:cubicBezTo>
                  <a:pt x="4709715" y="3901806"/>
                  <a:pt x="4652193" y="3921080"/>
                  <a:pt x="4606205" y="3959626"/>
                </a:cubicBezTo>
                <a:cubicBezTo>
                  <a:pt x="4560217" y="3998173"/>
                  <a:pt x="4537223" y="4046021"/>
                  <a:pt x="4537223" y="4103171"/>
                </a:cubicBezTo>
                <a:cubicBezTo>
                  <a:pt x="4537223" y="4156451"/>
                  <a:pt x="4559770" y="4201174"/>
                  <a:pt x="4604865" y="4237339"/>
                </a:cubicBezTo>
                <a:cubicBezTo>
                  <a:pt x="4649960" y="4273505"/>
                  <a:pt x="4706292" y="4291587"/>
                  <a:pt x="4773860" y="4291587"/>
                </a:cubicBezTo>
                <a:cubicBezTo>
                  <a:pt x="4855417" y="4291587"/>
                  <a:pt x="4924920" y="4253785"/>
                  <a:pt x="4982368" y="4178180"/>
                </a:cubicBezTo>
                <a:lnTo>
                  <a:pt x="4968080" y="4162553"/>
                </a:lnTo>
                <a:cubicBezTo>
                  <a:pt x="4945458" y="4193212"/>
                  <a:pt x="4919488" y="4217471"/>
                  <a:pt x="4890169" y="4235330"/>
                </a:cubicBezTo>
                <a:cubicBezTo>
                  <a:pt x="4860850" y="4253190"/>
                  <a:pt x="4832796" y="4262119"/>
                  <a:pt x="4806007" y="4262119"/>
                </a:cubicBezTo>
                <a:cubicBezTo>
                  <a:pt x="4793207" y="4262119"/>
                  <a:pt x="4782492" y="4258696"/>
                  <a:pt x="4773860" y="4251850"/>
                </a:cubicBezTo>
                <a:cubicBezTo>
                  <a:pt x="4765228" y="4245004"/>
                  <a:pt x="4759424" y="4236223"/>
                  <a:pt x="4756447" y="4225508"/>
                </a:cubicBezTo>
                <a:cubicBezTo>
                  <a:pt x="4753470" y="4214792"/>
                  <a:pt x="4751982" y="4196784"/>
                  <a:pt x="4751982" y="4171483"/>
                </a:cubicBezTo>
                <a:lnTo>
                  <a:pt x="4751982" y="4092009"/>
                </a:lnTo>
                <a:lnTo>
                  <a:pt x="4989958" y="4092009"/>
                </a:lnTo>
                <a:cubicBezTo>
                  <a:pt x="4981326" y="4033370"/>
                  <a:pt x="4957439" y="3987011"/>
                  <a:pt x="4918298" y="3952929"/>
                </a:cubicBezTo>
                <a:cubicBezTo>
                  <a:pt x="4879156" y="3918847"/>
                  <a:pt x="4832647" y="3901806"/>
                  <a:pt x="4778771" y="3901806"/>
                </a:cubicBezTo>
                <a:close/>
                <a:moveTo>
                  <a:pt x="3683396" y="3901806"/>
                </a:moveTo>
                <a:cubicBezTo>
                  <a:pt x="3631307" y="3901806"/>
                  <a:pt x="3591049" y="3909769"/>
                  <a:pt x="3562623" y="3925693"/>
                </a:cubicBezTo>
                <a:cubicBezTo>
                  <a:pt x="3534196" y="3941618"/>
                  <a:pt x="3519983" y="3964165"/>
                  <a:pt x="3519983" y="3993336"/>
                </a:cubicBezTo>
                <a:cubicBezTo>
                  <a:pt x="3519983" y="4014767"/>
                  <a:pt x="3527052" y="4032180"/>
                  <a:pt x="3541191" y="4045574"/>
                </a:cubicBezTo>
                <a:cubicBezTo>
                  <a:pt x="3555330" y="4058969"/>
                  <a:pt x="3573859" y="4065666"/>
                  <a:pt x="3596779" y="4065666"/>
                </a:cubicBezTo>
                <a:cubicBezTo>
                  <a:pt x="3618507" y="4065666"/>
                  <a:pt x="3635920" y="4059118"/>
                  <a:pt x="3649017" y="4046021"/>
                </a:cubicBezTo>
                <a:cubicBezTo>
                  <a:pt x="3662114" y="4032924"/>
                  <a:pt x="3668663" y="4015362"/>
                  <a:pt x="3668663" y="3993336"/>
                </a:cubicBezTo>
                <a:cubicBezTo>
                  <a:pt x="3668663" y="3960296"/>
                  <a:pt x="3652589" y="3939013"/>
                  <a:pt x="3620442" y="3929488"/>
                </a:cubicBezTo>
                <a:cubicBezTo>
                  <a:pt x="3629669" y="3925024"/>
                  <a:pt x="3643659" y="3922791"/>
                  <a:pt x="3662412" y="3922791"/>
                </a:cubicBezTo>
                <a:cubicBezTo>
                  <a:pt x="3677295" y="3922791"/>
                  <a:pt x="3690838" y="3925024"/>
                  <a:pt x="3703042" y="3929488"/>
                </a:cubicBezTo>
                <a:cubicBezTo>
                  <a:pt x="3715246" y="3933953"/>
                  <a:pt x="3724324" y="3940576"/>
                  <a:pt x="3730277" y="3949357"/>
                </a:cubicBezTo>
                <a:cubicBezTo>
                  <a:pt x="3736230" y="3958138"/>
                  <a:pt x="3739207" y="3974583"/>
                  <a:pt x="3739207" y="3998694"/>
                </a:cubicBezTo>
                <a:lnTo>
                  <a:pt x="3739207" y="4087544"/>
                </a:lnTo>
                <a:cubicBezTo>
                  <a:pt x="3709442" y="4077721"/>
                  <a:pt x="3674765" y="4072810"/>
                  <a:pt x="3635176" y="4072810"/>
                </a:cubicBezTo>
                <a:cubicBezTo>
                  <a:pt x="3583682" y="4072810"/>
                  <a:pt x="3543201" y="4082707"/>
                  <a:pt x="3513732" y="4102501"/>
                </a:cubicBezTo>
                <a:cubicBezTo>
                  <a:pt x="3484265" y="4122295"/>
                  <a:pt x="3469531" y="4149605"/>
                  <a:pt x="3469531" y="4184431"/>
                </a:cubicBezTo>
                <a:cubicBezTo>
                  <a:pt x="3469531" y="4215090"/>
                  <a:pt x="3483595" y="4240614"/>
                  <a:pt x="3511723" y="4261003"/>
                </a:cubicBezTo>
                <a:cubicBezTo>
                  <a:pt x="3539852" y="4281393"/>
                  <a:pt x="3575496" y="4291587"/>
                  <a:pt x="3618656" y="4291587"/>
                </a:cubicBezTo>
                <a:cubicBezTo>
                  <a:pt x="3660328" y="4291587"/>
                  <a:pt x="3702000" y="4278490"/>
                  <a:pt x="3743672" y="4252297"/>
                </a:cubicBezTo>
                <a:cubicBezTo>
                  <a:pt x="3770461" y="4278490"/>
                  <a:pt x="3803501" y="4291587"/>
                  <a:pt x="3842791" y="4291587"/>
                </a:cubicBezTo>
                <a:cubicBezTo>
                  <a:pt x="3914824" y="4291587"/>
                  <a:pt x="3964384" y="4263756"/>
                  <a:pt x="3991471" y="4208095"/>
                </a:cubicBezTo>
                <a:lnTo>
                  <a:pt x="3975397" y="4200058"/>
                </a:lnTo>
                <a:cubicBezTo>
                  <a:pt x="3963193" y="4220596"/>
                  <a:pt x="3954263" y="4230865"/>
                  <a:pt x="3948608" y="4230865"/>
                </a:cubicBezTo>
                <a:cubicBezTo>
                  <a:pt x="3945334" y="4230865"/>
                  <a:pt x="3943324" y="4229377"/>
                  <a:pt x="3942581" y="4226401"/>
                </a:cubicBezTo>
                <a:cubicBezTo>
                  <a:pt x="3941837" y="4223424"/>
                  <a:pt x="3941464" y="4217322"/>
                  <a:pt x="3941464" y="4208095"/>
                </a:cubicBezTo>
                <a:lnTo>
                  <a:pt x="3941464" y="4039770"/>
                </a:lnTo>
                <a:cubicBezTo>
                  <a:pt x="3941464" y="4012683"/>
                  <a:pt x="3938339" y="3992666"/>
                  <a:pt x="3932088" y="3979718"/>
                </a:cubicBezTo>
                <a:cubicBezTo>
                  <a:pt x="3925838" y="3966770"/>
                  <a:pt x="3914378" y="3954417"/>
                  <a:pt x="3897709" y="3942660"/>
                </a:cubicBezTo>
                <a:cubicBezTo>
                  <a:pt x="3881040" y="3930902"/>
                  <a:pt x="3854995" y="3921154"/>
                  <a:pt x="3819574" y="3913415"/>
                </a:cubicBezTo>
                <a:cubicBezTo>
                  <a:pt x="3784153" y="3905676"/>
                  <a:pt x="3738760" y="3901806"/>
                  <a:pt x="3683396" y="3901806"/>
                </a:cubicBezTo>
                <a:close/>
                <a:moveTo>
                  <a:pt x="2530871" y="3901806"/>
                </a:moveTo>
                <a:cubicBezTo>
                  <a:pt x="2478782" y="3901806"/>
                  <a:pt x="2438524" y="3909769"/>
                  <a:pt x="2410097" y="3925693"/>
                </a:cubicBezTo>
                <a:cubicBezTo>
                  <a:pt x="2381672" y="3941618"/>
                  <a:pt x="2367458" y="3964165"/>
                  <a:pt x="2367458" y="3993336"/>
                </a:cubicBezTo>
                <a:cubicBezTo>
                  <a:pt x="2367458" y="4014767"/>
                  <a:pt x="2374528" y="4032180"/>
                  <a:pt x="2388666" y="4045574"/>
                </a:cubicBezTo>
                <a:cubicBezTo>
                  <a:pt x="2402805" y="4058969"/>
                  <a:pt x="2421334" y="4065666"/>
                  <a:pt x="2444254" y="4065666"/>
                </a:cubicBezTo>
                <a:cubicBezTo>
                  <a:pt x="2465983" y="4065666"/>
                  <a:pt x="2483396" y="4059118"/>
                  <a:pt x="2496492" y="4046021"/>
                </a:cubicBezTo>
                <a:cubicBezTo>
                  <a:pt x="2509589" y="4032924"/>
                  <a:pt x="2516137" y="4015362"/>
                  <a:pt x="2516137" y="3993336"/>
                </a:cubicBezTo>
                <a:cubicBezTo>
                  <a:pt x="2516137" y="3960296"/>
                  <a:pt x="2500064" y="3939013"/>
                  <a:pt x="2467917" y="3929488"/>
                </a:cubicBezTo>
                <a:cubicBezTo>
                  <a:pt x="2477145" y="3925024"/>
                  <a:pt x="2491134" y="3922791"/>
                  <a:pt x="2509887" y="3922791"/>
                </a:cubicBezTo>
                <a:cubicBezTo>
                  <a:pt x="2524769" y="3922791"/>
                  <a:pt x="2538313" y="3925024"/>
                  <a:pt x="2550517" y="3929488"/>
                </a:cubicBezTo>
                <a:cubicBezTo>
                  <a:pt x="2562721" y="3933953"/>
                  <a:pt x="2571799" y="3940576"/>
                  <a:pt x="2577752" y="3949357"/>
                </a:cubicBezTo>
                <a:cubicBezTo>
                  <a:pt x="2583706" y="3958138"/>
                  <a:pt x="2586682" y="3974583"/>
                  <a:pt x="2586682" y="3998694"/>
                </a:cubicBezTo>
                <a:lnTo>
                  <a:pt x="2586682" y="4087544"/>
                </a:lnTo>
                <a:cubicBezTo>
                  <a:pt x="2556917" y="4077721"/>
                  <a:pt x="2522239" y="4072810"/>
                  <a:pt x="2482651" y="4072810"/>
                </a:cubicBezTo>
                <a:cubicBezTo>
                  <a:pt x="2431157" y="4072810"/>
                  <a:pt x="2390675" y="4082707"/>
                  <a:pt x="2361208" y="4102501"/>
                </a:cubicBezTo>
                <a:cubicBezTo>
                  <a:pt x="2331740" y="4122295"/>
                  <a:pt x="2317005" y="4149605"/>
                  <a:pt x="2317005" y="4184431"/>
                </a:cubicBezTo>
                <a:cubicBezTo>
                  <a:pt x="2317005" y="4215090"/>
                  <a:pt x="2331070" y="4240614"/>
                  <a:pt x="2359198" y="4261003"/>
                </a:cubicBezTo>
                <a:cubicBezTo>
                  <a:pt x="2387327" y="4281393"/>
                  <a:pt x="2422971" y="4291587"/>
                  <a:pt x="2466131" y="4291587"/>
                </a:cubicBezTo>
                <a:cubicBezTo>
                  <a:pt x="2507803" y="4291587"/>
                  <a:pt x="2549475" y="4278490"/>
                  <a:pt x="2591147" y="4252297"/>
                </a:cubicBezTo>
                <a:cubicBezTo>
                  <a:pt x="2617936" y="4278490"/>
                  <a:pt x="2650976" y="4291587"/>
                  <a:pt x="2690267" y="4291587"/>
                </a:cubicBezTo>
                <a:cubicBezTo>
                  <a:pt x="2762299" y="4291587"/>
                  <a:pt x="2811859" y="4263756"/>
                  <a:pt x="2838945" y="4208095"/>
                </a:cubicBezTo>
                <a:lnTo>
                  <a:pt x="2822872" y="4200058"/>
                </a:lnTo>
                <a:cubicBezTo>
                  <a:pt x="2810668" y="4220596"/>
                  <a:pt x="2801739" y="4230865"/>
                  <a:pt x="2796083" y="4230865"/>
                </a:cubicBezTo>
                <a:cubicBezTo>
                  <a:pt x="2792809" y="4230865"/>
                  <a:pt x="2790800" y="4229377"/>
                  <a:pt x="2790056" y="4226401"/>
                </a:cubicBezTo>
                <a:cubicBezTo>
                  <a:pt x="2789312" y="4223424"/>
                  <a:pt x="2788940" y="4217322"/>
                  <a:pt x="2788940" y="4208095"/>
                </a:cubicBezTo>
                <a:lnTo>
                  <a:pt x="2788940" y="4039770"/>
                </a:lnTo>
                <a:cubicBezTo>
                  <a:pt x="2788940" y="4012683"/>
                  <a:pt x="2785814" y="3992666"/>
                  <a:pt x="2779563" y="3979718"/>
                </a:cubicBezTo>
                <a:cubicBezTo>
                  <a:pt x="2773312" y="3966770"/>
                  <a:pt x="2761853" y="3954417"/>
                  <a:pt x="2745184" y="3942660"/>
                </a:cubicBezTo>
                <a:cubicBezTo>
                  <a:pt x="2728515" y="3930902"/>
                  <a:pt x="2702470" y="3921154"/>
                  <a:pt x="2667049" y="3913415"/>
                </a:cubicBezTo>
                <a:cubicBezTo>
                  <a:pt x="2631628" y="3905676"/>
                  <a:pt x="2586236" y="3901806"/>
                  <a:pt x="2530871" y="3901806"/>
                </a:cubicBezTo>
                <a:close/>
                <a:moveTo>
                  <a:pt x="10231536" y="3896449"/>
                </a:moveTo>
                <a:cubicBezTo>
                  <a:pt x="10197603" y="3904485"/>
                  <a:pt x="10158015" y="3908504"/>
                  <a:pt x="10112771" y="3908504"/>
                </a:cubicBezTo>
                <a:lnTo>
                  <a:pt x="9971682" y="3908504"/>
                </a:lnTo>
                <a:lnTo>
                  <a:pt x="9971682" y="3926363"/>
                </a:lnTo>
                <a:lnTo>
                  <a:pt x="10028385" y="3926363"/>
                </a:lnTo>
                <a:lnTo>
                  <a:pt x="10028385" y="4261226"/>
                </a:lnTo>
                <a:lnTo>
                  <a:pt x="9971682" y="4261226"/>
                </a:lnTo>
                <a:lnTo>
                  <a:pt x="9971682" y="4279532"/>
                </a:lnTo>
                <a:lnTo>
                  <a:pt x="10262790" y="4279532"/>
                </a:lnTo>
                <a:lnTo>
                  <a:pt x="10262790" y="4261226"/>
                </a:lnTo>
                <a:lnTo>
                  <a:pt x="10231536" y="4261226"/>
                </a:lnTo>
                <a:lnTo>
                  <a:pt x="10231536" y="3981281"/>
                </a:lnTo>
                <a:cubicBezTo>
                  <a:pt x="10249098" y="3963719"/>
                  <a:pt x="10265171" y="3954938"/>
                  <a:pt x="10279756" y="3954938"/>
                </a:cubicBezTo>
                <a:cubicBezTo>
                  <a:pt x="10295830" y="3954938"/>
                  <a:pt x="10303866" y="3968928"/>
                  <a:pt x="10303866" y="3996908"/>
                </a:cubicBezTo>
                <a:lnTo>
                  <a:pt x="10303866" y="4261226"/>
                </a:lnTo>
                <a:lnTo>
                  <a:pt x="10274398" y="4261226"/>
                </a:lnTo>
                <a:lnTo>
                  <a:pt x="10274398" y="4279532"/>
                </a:lnTo>
                <a:lnTo>
                  <a:pt x="10536931" y="4279532"/>
                </a:lnTo>
                <a:lnTo>
                  <a:pt x="10536931" y="4261226"/>
                </a:lnTo>
                <a:lnTo>
                  <a:pt x="10505677" y="4261226"/>
                </a:lnTo>
                <a:lnTo>
                  <a:pt x="10505677" y="3981281"/>
                </a:lnTo>
                <a:cubicBezTo>
                  <a:pt x="10521155" y="3963124"/>
                  <a:pt x="10537973" y="3954045"/>
                  <a:pt x="10556130" y="3954045"/>
                </a:cubicBezTo>
                <a:cubicBezTo>
                  <a:pt x="10564762" y="3954045"/>
                  <a:pt x="10571162" y="3957022"/>
                  <a:pt x="10575329" y="3962975"/>
                </a:cubicBezTo>
                <a:cubicBezTo>
                  <a:pt x="10579496" y="3968928"/>
                  <a:pt x="10581580" y="3981727"/>
                  <a:pt x="10581580" y="4001372"/>
                </a:cubicBezTo>
                <a:lnTo>
                  <a:pt x="10581580" y="4261226"/>
                </a:lnTo>
                <a:lnTo>
                  <a:pt x="10550772" y="4261226"/>
                </a:lnTo>
                <a:lnTo>
                  <a:pt x="10550772" y="4279532"/>
                </a:lnTo>
                <a:lnTo>
                  <a:pt x="10838755" y="4279532"/>
                </a:lnTo>
                <a:lnTo>
                  <a:pt x="10838755" y="4261226"/>
                </a:lnTo>
                <a:lnTo>
                  <a:pt x="10782944" y="4261226"/>
                </a:lnTo>
                <a:lnTo>
                  <a:pt x="10782944" y="4024590"/>
                </a:lnTo>
                <a:cubicBezTo>
                  <a:pt x="10782944" y="3978155"/>
                  <a:pt x="10768805" y="3946083"/>
                  <a:pt x="10740528" y="3928372"/>
                </a:cubicBezTo>
                <a:cubicBezTo>
                  <a:pt x="10712251" y="3910662"/>
                  <a:pt x="10680401" y="3901806"/>
                  <a:pt x="10644980" y="3901806"/>
                </a:cubicBezTo>
                <a:cubicBezTo>
                  <a:pt x="10596165" y="3901806"/>
                  <a:pt x="10548242" y="3921005"/>
                  <a:pt x="10501212" y="3959403"/>
                </a:cubicBezTo>
                <a:cubicBezTo>
                  <a:pt x="10471744" y="3921005"/>
                  <a:pt x="10431561" y="3901806"/>
                  <a:pt x="10380662" y="3901806"/>
                </a:cubicBezTo>
                <a:cubicBezTo>
                  <a:pt x="10330655" y="3901806"/>
                  <a:pt x="10280947" y="3921005"/>
                  <a:pt x="10231536" y="3959403"/>
                </a:cubicBezTo>
                <a:close/>
                <a:moveTo>
                  <a:pt x="6631086" y="3896449"/>
                </a:moveTo>
                <a:cubicBezTo>
                  <a:pt x="6599237" y="3904485"/>
                  <a:pt x="6569322" y="3908504"/>
                  <a:pt x="6541343" y="3908504"/>
                </a:cubicBezTo>
                <a:lnTo>
                  <a:pt x="6371232" y="3908504"/>
                </a:lnTo>
                <a:lnTo>
                  <a:pt x="6371232" y="3926363"/>
                </a:lnTo>
                <a:lnTo>
                  <a:pt x="6427936" y="3926363"/>
                </a:lnTo>
                <a:lnTo>
                  <a:pt x="6427936" y="4261226"/>
                </a:lnTo>
                <a:lnTo>
                  <a:pt x="6371232" y="4261226"/>
                </a:lnTo>
                <a:lnTo>
                  <a:pt x="6371232" y="4279532"/>
                </a:lnTo>
                <a:lnTo>
                  <a:pt x="6662340" y="4279532"/>
                </a:lnTo>
                <a:lnTo>
                  <a:pt x="6662340" y="4261226"/>
                </a:lnTo>
                <a:lnTo>
                  <a:pt x="6631086" y="4261226"/>
                </a:lnTo>
                <a:lnTo>
                  <a:pt x="6631086" y="3978602"/>
                </a:lnTo>
                <a:cubicBezTo>
                  <a:pt x="6650136" y="3961635"/>
                  <a:pt x="6666954" y="3953152"/>
                  <a:pt x="6681539" y="3953152"/>
                </a:cubicBezTo>
                <a:cubicBezTo>
                  <a:pt x="6699696" y="3953152"/>
                  <a:pt x="6708774" y="3968630"/>
                  <a:pt x="6708774" y="3999587"/>
                </a:cubicBezTo>
                <a:lnTo>
                  <a:pt x="6708774" y="4261226"/>
                </a:lnTo>
                <a:lnTo>
                  <a:pt x="6677520" y="4261226"/>
                </a:lnTo>
                <a:lnTo>
                  <a:pt x="6677520" y="4279532"/>
                </a:lnTo>
                <a:lnTo>
                  <a:pt x="6967735" y="4279532"/>
                </a:lnTo>
                <a:lnTo>
                  <a:pt x="6967735" y="4261226"/>
                </a:lnTo>
                <a:lnTo>
                  <a:pt x="6911925" y="4261226"/>
                </a:lnTo>
                <a:lnTo>
                  <a:pt x="6911925" y="4020571"/>
                </a:lnTo>
                <a:cubicBezTo>
                  <a:pt x="6911925" y="3976518"/>
                  <a:pt x="6899051" y="3945711"/>
                  <a:pt x="6873304" y="3928149"/>
                </a:cubicBezTo>
                <a:cubicBezTo>
                  <a:pt x="6847557" y="3910587"/>
                  <a:pt x="6817121" y="3901806"/>
                  <a:pt x="6781998" y="3901806"/>
                </a:cubicBezTo>
                <a:cubicBezTo>
                  <a:pt x="6731396" y="3901806"/>
                  <a:pt x="6681092" y="3920112"/>
                  <a:pt x="6631086" y="3956724"/>
                </a:cubicBezTo>
                <a:close/>
                <a:moveTo>
                  <a:pt x="5269011" y="3896449"/>
                </a:moveTo>
                <a:cubicBezTo>
                  <a:pt x="5235078" y="3904485"/>
                  <a:pt x="5195490" y="3908504"/>
                  <a:pt x="5150246" y="3908504"/>
                </a:cubicBezTo>
                <a:lnTo>
                  <a:pt x="5009157" y="3908504"/>
                </a:lnTo>
                <a:lnTo>
                  <a:pt x="5009157" y="3926363"/>
                </a:lnTo>
                <a:lnTo>
                  <a:pt x="5065861" y="3926363"/>
                </a:lnTo>
                <a:lnTo>
                  <a:pt x="5065861" y="4261226"/>
                </a:lnTo>
                <a:lnTo>
                  <a:pt x="5009157" y="4261226"/>
                </a:lnTo>
                <a:lnTo>
                  <a:pt x="5009157" y="4279532"/>
                </a:lnTo>
                <a:lnTo>
                  <a:pt x="5300265" y="4279532"/>
                </a:lnTo>
                <a:lnTo>
                  <a:pt x="5300265" y="4261226"/>
                </a:lnTo>
                <a:lnTo>
                  <a:pt x="5269011" y="4261226"/>
                </a:lnTo>
                <a:lnTo>
                  <a:pt x="5269011" y="3981281"/>
                </a:lnTo>
                <a:cubicBezTo>
                  <a:pt x="5286573" y="3963719"/>
                  <a:pt x="5302646" y="3954938"/>
                  <a:pt x="5317231" y="3954938"/>
                </a:cubicBezTo>
                <a:cubicBezTo>
                  <a:pt x="5333305" y="3954938"/>
                  <a:pt x="5341342" y="3968928"/>
                  <a:pt x="5341342" y="3996908"/>
                </a:cubicBezTo>
                <a:lnTo>
                  <a:pt x="5341342" y="4261226"/>
                </a:lnTo>
                <a:lnTo>
                  <a:pt x="5311874" y="4261226"/>
                </a:lnTo>
                <a:lnTo>
                  <a:pt x="5311874" y="4279532"/>
                </a:lnTo>
                <a:lnTo>
                  <a:pt x="5574406" y="4279532"/>
                </a:lnTo>
                <a:lnTo>
                  <a:pt x="5574406" y="4261226"/>
                </a:lnTo>
                <a:lnTo>
                  <a:pt x="5543153" y="4261226"/>
                </a:lnTo>
                <a:lnTo>
                  <a:pt x="5543153" y="3981281"/>
                </a:lnTo>
                <a:cubicBezTo>
                  <a:pt x="5558631" y="3963124"/>
                  <a:pt x="5575448" y="3954045"/>
                  <a:pt x="5593605" y="3954045"/>
                </a:cubicBezTo>
                <a:cubicBezTo>
                  <a:pt x="5602238" y="3954045"/>
                  <a:pt x="5608637" y="3957022"/>
                  <a:pt x="5612804" y="3962975"/>
                </a:cubicBezTo>
                <a:cubicBezTo>
                  <a:pt x="5616971" y="3968928"/>
                  <a:pt x="5619055" y="3981727"/>
                  <a:pt x="5619055" y="4001372"/>
                </a:cubicBezTo>
                <a:lnTo>
                  <a:pt x="5619055" y="4261226"/>
                </a:lnTo>
                <a:lnTo>
                  <a:pt x="5588247" y="4261226"/>
                </a:lnTo>
                <a:lnTo>
                  <a:pt x="5588247" y="4279532"/>
                </a:lnTo>
                <a:lnTo>
                  <a:pt x="5876230" y="4279532"/>
                </a:lnTo>
                <a:lnTo>
                  <a:pt x="5876230" y="4261226"/>
                </a:lnTo>
                <a:lnTo>
                  <a:pt x="5820420" y="4261226"/>
                </a:lnTo>
                <a:lnTo>
                  <a:pt x="5820420" y="4024590"/>
                </a:lnTo>
                <a:cubicBezTo>
                  <a:pt x="5820420" y="3978155"/>
                  <a:pt x="5806281" y="3946083"/>
                  <a:pt x="5778003" y="3928372"/>
                </a:cubicBezTo>
                <a:cubicBezTo>
                  <a:pt x="5749726" y="3910662"/>
                  <a:pt x="5717877" y="3901806"/>
                  <a:pt x="5682456" y="3901806"/>
                </a:cubicBezTo>
                <a:cubicBezTo>
                  <a:pt x="5633640" y="3901806"/>
                  <a:pt x="5585717" y="3921005"/>
                  <a:pt x="5538688" y="3959403"/>
                </a:cubicBezTo>
                <a:cubicBezTo>
                  <a:pt x="5509220" y="3921005"/>
                  <a:pt x="5469037" y="3901806"/>
                  <a:pt x="5418137" y="3901806"/>
                </a:cubicBezTo>
                <a:cubicBezTo>
                  <a:pt x="5368131" y="3901806"/>
                  <a:pt x="5318422" y="3921005"/>
                  <a:pt x="5269011" y="3959403"/>
                </a:cubicBezTo>
                <a:close/>
                <a:moveTo>
                  <a:pt x="3106836" y="3896449"/>
                </a:moveTo>
                <a:cubicBezTo>
                  <a:pt x="3074987" y="3904485"/>
                  <a:pt x="3045073" y="3908504"/>
                  <a:pt x="3017093" y="3908504"/>
                </a:cubicBezTo>
                <a:lnTo>
                  <a:pt x="2846982" y="3908504"/>
                </a:lnTo>
                <a:lnTo>
                  <a:pt x="2846982" y="3926363"/>
                </a:lnTo>
                <a:lnTo>
                  <a:pt x="2903686" y="3926363"/>
                </a:lnTo>
                <a:lnTo>
                  <a:pt x="2903686" y="4261226"/>
                </a:lnTo>
                <a:lnTo>
                  <a:pt x="2846982" y="4261226"/>
                </a:lnTo>
                <a:lnTo>
                  <a:pt x="2846982" y="4279532"/>
                </a:lnTo>
                <a:lnTo>
                  <a:pt x="3138090" y="4279532"/>
                </a:lnTo>
                <a:lnTo>
                  <a:pt x="3138090" y="4261226"/>
                </a:lnTo>
                <a:lnTo>
                  <a:pt x="3106836" y="4261226"/>
                </a:lnTo>
                <a:lnTo>
                  <a:pt x="3106836" y="3978602"/>
                </a:lnTo>
                <a:cubicBezTo>
                  <a:pt x="3125886" y="3961635"/>
                  <a:pt x="3142704" y="3953152"/>
                  <a:pt x="3157289" y="3953152"/>
                </a:cubicBezTo>
                <a:cubicBezTo>
                  <a:pt x="3175445" y="3953152"/>
                  <a:pt x="3184525" y="3968630"/>
                  <a:pt x="3184525" y="3999587"/>
                </a:cubicBezTo>
                <a:lnTo>
                  <a:pt x="3184525" y="4261226"/>
                </a:lnTo>
                <a:lnTo>
                  <a:pt x="3153271" y="4261226"/>
                </a:lnTo>
                <a:lnTo>
                  <a:pt x="3153271" y="4279532"/>
                </a:lnTo>
                <a:lnTo>
                  <a:pt x="3443486" y="4279532"/>
                </a:lnTo>
                <a:lnTo>
                  <a:pt x="3443486" y="4261226"/>
                </a:lnTo>
                <a:lnTo>
                  <a:pt x="3387675" y="4261226"/>
                </a:lnTo>
                <a:lnTo>
                  <a:pt x="3387675" y="4020571"/>
                </a:lnTo>
                <a:cubicBezTo>
                  <a:pt x="3387675" y="3976518"/>
                  <a:pt x="3374802" y="3945711"/>
                  <a:pt x="3349054" y="3928149"/>
                </a:cubicBezTo>
                <a:cubicBezTo>
                  <a:pt x="3323307" y="3910587"/>
                  <a:pt x="3292871" y="3901806"/>
                  <a:pt x="3257748" y="3901806"/>
                </a:cubicBezTo>
                <a:cubicBezTo>
                  <a:pt x="3207146" y="3901806"/>
                  <a:pt x="3156843" y="3920112"/>
                  <a:pt x="3106836" y="3956724"/>
                </a:cubicBezTo>
                <a:close/>
                <a:moveTo>
                  <a:pt x="9079160" y="3887965"/>
                </a:moveTo>
                <a:lnTo>
                  <a:pt x="9010401" y="3928595"/>
                </a:lnTo>
                <a:cubicBezTo>
                  <a:pt x="8964860" y="3903592"/>
                  <a:pt x="8921253" y="3891091"/>
                  <a:pt x="8879581" y="3891091"/>
                </a:cubicBezTo>
                <a:cubicBezTo>
                  <a:pt x="8829575" y="3891091"/>
                  <a:pt x="8788275" y="3904411"/>
                  <a:pt x="8755682" y="3931051"/>
                </a:cubicBezTo>
                <a:cubicBezTo>
                  <a:pt x="8723088" y="3957691"/>
                  <a:pt x="8706792" y="3991550"/>
                  <a:pt x="8706792" y="4032626"/>
                </a:cubicBezTo>
                <a:cubicBezTo>
                  <a:pt x="8706792" y="4063880"/>
                  <a:pt x="8721526" y="4092827"/>
                  <a:pt x="8750994" y="4119468"/>
                </a:cubicBezTo>
                <a:cubicBezTo>
                  <a:pt x="8780462" y="4146108"/>
                  <a:pt x="8831956" y="4172078"/>
                  <a:pt x="8905477" y="4197379"/>
                </a:cubicBezTo>
                <a:cubicBezTo>
                  <a:pt x="8919467" y="4201844"/>
                  <a:pt x="8929215" y="4206681"/>
                  <a:pt x="8934722" y="4211890"/>
                </a:cubicBezTo>
                <a:cubicBezTo>
                  <a:pt x="8940229" y="4217099"/>
                  <a:pt x="8942982" y="4223870"/>
                  <a:pt x="8942982" y="4232205"/>
                </a:cubicBezTo>
                <a:cubicBezTo>
                  <a:pt x="8942982" y="4252148"/>
                  <a:pt x="8929587" y="4262119"/>
                  <a:pt x="8902798" y="4262119"/>
                </a:cubicBezTo>
                <a:cubicBezTo>
                  <a:pt x="8853982" y="4262119"/>
                  <a:pt x="8812832" y="4249543"/>
                  <a:pt x="8779346" y="4224391"/>
                </a:cubicBezTo>
                <a:cubicBezTo>
                  <a:pt x="8745859" y="4199239"/>
                  <a:pt x="8727181" y="4165530"/>
                  <a:pt x="8723312" y="4123263"/>
                </a:cubicBezTo>
                <a:lnTo>
                  <a:pt x="8704113" y="4123263"/>
                </a:lnTo>
                <a:lnTo>
                  <a:pt x="8704113" y="4294266"/>
                </a:lnTo>
                <a:lnTo>
                  <a:pt x="8762602" y="4248278"/>
                </a:lnTo>
                <a:cubicBezTo>
                  <a:pt x="8807548" y="4277151"/>
                  <a:pt x="8860978" y="4291587"/>
                  <a:pt x="8922890" y="4291587"/>
                </a:cubicBezTo>
                <a:cubicBezTo>
                  <a:pt x="8976766" y="4291587"/>
                  <a:pt x="9019628" y="4279532"/>
                  <a:pt x="9051478" y="4255422"/>
                </a:cubicBezTo>
                <a:cubicBezTo>
                  <a:pt x="9083327" y="4231312"/>
                  <a:pt x="9099251" y="4199165"/>
                  <a:pt x="9099251" y="4158981"/>
                </a:cubicBezTo>
                <a:cubicBezTo>
                  <a:pt x="9099251" y="4141717"/>
                  <a:pt x="9096201" y="4125495"/>
                  <a:pt x="9090099" y="4110315"/>
                </a:cubicBezTo>
                <a:cubicBezTo>
                  <a:pt x="9083997" y="4095134"/>
                  <a:pt x="9075290" y="4082558"/>
                  <a:pt x="9063979" y="4072587"/>
                </a:cubicBezTo>
                <a:cubicBezTo>
                  <a:pt x="9052668" y="4062615"/>
                  <a:pt x="9036595" y="4051602"/>
                  <a:pt x="9015759" y="4039547"/>
                </a:cubicBezTo>
                <a:cubicBezTo>
                  <a:pt x="8994923" y="4027492"/>
                  <a:pt x="8956376" y="4007177"/>
                  <a:pt x="8900120" y="3978602"/>
                </a:cubicBezTo>
                <a:cubicBezTo>
                  <a:pt x="8886725" y="3972053"/>
                  <a:pt x="8876754" y="3966175"/>
                  <a:pt x="8870205" y="3960966"/>
                </a:cubicBezTo>
                <a:cubicBezTo>
                  <a:pt x="8863656" y="3955757"/>
                  <a:pt x="8860382" y="3949431"/>
                  <a:pt x="8860382" y="3941990"/>
                </a:cubicBezTo>
                <a:cubicBezTo>
                  <a:pt x="8860382" y="3935442"/>
                  <a:pt x="8863508" y="3930009"/>
                  <a:pt x="8869758" y="3925693"/>
                </a:cubicBezTo>
                <a:cubicBezTo>
                  <a:pt x="8876010" y="3921377"/>
                  <a:pt x="8884195" y="3919219"/>
                  <a:pt x="8894315" y="3919219"/>
                </a:cubicBezTo>
                <a:cubicBezTo>
                  <a:pt x="8929141" y="3919219"/>
                  <a:pt x="8963818" y="3929712"/>
                  <a:pt x="8998346" y="3950696"/>
                </a:cubicBezTo>
                <a:cubicBezTo>
                  <a:pt x="9032874" y="3971681"/>
                  <a:pt x="9053412" y="4005093"/>
                  <a:pt x="9059961" y="4050932"/>
                </a:cubicBezTo>
                <a:lnTo>
                  <a:pt x="9079160" y="4050932"/>
                </a:lnTo>
                <a:close/>
                <a:moveTo>
                  <a:pt x="4412803" y="3814295"/>
                </a:moveTo>
                <a:cubicBezTo>
                  <a:pt x="4391075" y="3814295"/>
                  <a:pt x="4370535" y="3822779"/>
                  <a:pt x="4351189" y="3839745"/>
                </a:cubicBezTo>
                <a:cubicBezTo>
                  <a:pt x="4331840" y="3856712"/>
                  <a:pt x="4317999" y="3879631"/>
                  <a:pt x="4309665" y="3908504"/>
                </a:cubicBezTo>
                <a:cubicBezTo>
                  <a:pt x="4288829" y="3904039"/>
                  <a:pt x="4266802" y="3901806"/>
                  <a:pt x="4243586" y="3901806"/>
                </a:cubicBezTo>
                <a:cubicBezTo>
                  <a:pt x="4178696" y="3901806"/>
                  <a:pt x="4126979" y="3914531"/>
                  <a:pt x="4088432" y="3939981"/>
                </a:cubicBezTo>
                <a:cubicBezTo>
                  <a:pt x="4049886" y="3965430"/>
                  <a:pt x="4030613" y="3998098"/>
                  <a:pt x="4030613" y="4037984"/>
                </a:cubicBezTo>
                <a:cubicBezTo>
                  <a:pt x="4030613" y="4085609"/>
                  <a:pt x="4063503" y="4122221"/>
                  <a:pt x="4129285" y="4147819"/>
                </a:cubicBezTo>
                <a:cubicBezTo>
                  <a:pt x="4067670" y="4179669"/>
                  <a:pt x="4036863" y="4219554"/>
                  <a:pt x="4036863" y="4267477"/>
                </a:cubicBezTo>
                <a:cubicBezTo>
                  <a:pt x="4036863" y="4289801"/>
                  <a:pt x="4045198" y="4310637"/>
                  <a:pt x="4061866" y="4329985"/>
                </a:cubicBezTo>
                <a:cubicBezTo>
                  <a:pt x="4046388" y="4350821"/>
                  <a:pt x="4038649" y="4369127"/>
                  <a:pt x="4038649" y="4384902"/>
                </a:cubicBezTo>
                <a:cubicBezTo>
                  <a:pt x="4038649" y="4414966"/>
                  <a:pt x="4056806" y="4439671"/>
                  <a:pt x="4093120" y="4459019"/>
                </a:cubicBezTo>
                <a:cubicBezTo>
                  <a:pt x="4129434" y="4478367"/>
                  <a:pt x="4176910" y="4488040"/>
                  <a:pt x="4235548" y="4488040"/>
                </a:cubicBezTo>
                <a:cubicBezTo>
                  <a:pt x="4313534" y="4488040"/>
                  <a:pt x="4375224" y="4473678"/>
                  <a:pt x="4420617" y="4444955"/>
                </a:cubicBezTo>
                <a:cubicBezTo>
                  <a:pt x="4466009" y="4416231"/>
                  <a:pt x="4488705" y="4377312"/>
                  <a:pt x="4488705" y="4328199"/>
                </a:cubicBezTo>
                <a:cubicBezTo>
                  <a:pt x="4488705" y="4244558"/>
                  <a:pt x="4432894" y="4202737"/>
                  <a:pt x="4321273" y="4202737"/>
                </a:cubicBezTo>
                <a:lnTo>
                  <a:pt x="4277518" y="4202737"/>
                </a:lnTo>
                <a:lnTo>
                  <a:pt x="4224386" y="4203630"/>
                </a:lnTo>
                <a:lnTo>
                  <a:pt x="4190454" y="4203630"/>
                </a:lnTo>
                <a:cubicBezTo>
                  <a:pt x="4148484" y="4203630"/>
                  <a:pt x="4127500" y="4195444"/>
                  <a:pt x="4127500" y="4179073"/>
                </a:cubicBezTo>
                <a:cubicBezTo>
                  <a:pt x="4127500" y="4169251"/>
                  <a:pt x="4134792" y="4160619"/>
                  <a:pt x="4149377" y="4153177"/>
                </a:cubicBezTo>
                <a:cubicBezTo>
                  <a:pt x="4184203" y="4163595"/>
                  <a:pt x="4222303" y="4168804"/>
                  <a:pt x="4263677" y="4168804"/>
                </a:cubicBezTo>
                <a:cubicBezTo>
                  <a:pt x="4320231" y="4168804"/>
                  <a:pt x="4370982" y="4158684"/>
                  <a:pt x="4415928" y="4138443"/>
                </a:cubicBezTo>
                <a:cubicBezTo>
                  <a:pt x="4460874" y="4118203"/>
                  <a:pt x="4483347" y="4086353"/>
                  <a:pt x="4483347" y="4042895"/>
                </a:cubicBezTo>
                <a:cubicBezTo>
                  <a:pt x="4483347" y="3978602"/>
                  <a:pt x="4430811" y="3934697"/>
                  <a:pt x="4325738" y="3911183"/>
                </a:cubicBezTo>
                <a:cubicBezTo>
                  <a:pt x="4333477" y="3884096"/>
                  <a:pt x="4347020" y="3864302"/>
                  <a:pt x="4366368" y="3851800"/>
                </a:cubicBezTo>
                <a:lnTo>
                  <a:pt x="4368154" y="3853586"/>
                </a:lnTo>
                <a:cubicBezTo>
                  <a:pt x="4366070" y="3856563"/>
                  <a:pt x="4365029" y="3861325"/>
                  <a:pt x="4365029" y="3867874"/>
                </a:cubicBezTo>
                <a:cubicBezTo>
                  <a:pt x="4365029" y="3881566"/>
                  <a:pt x="4369494" y="3892654"/>
                  <a:pt x="4378423" y="3901137"/>
                </a:cubicBezTo>
                <a:cubicBezTo>
                  <a:pt x="4387353" y="3909620"/>
                  <a:pt x="4399111" y="3913862"/>
                  <a:pt x="4413697" y="3913862"/>
                </a:cubicBezTo>
                <a:cubicBezTo>
                  <a:pt x="4428578" y="3913862"/>
                  <a:pt x="4441006" y="3909025"/>
                  <a:pt x="4450977" y="3899351"/>
                </a:cubicBezTo>
                <a:cubicBezTo>
                  <a:pt x="4460949" y="3889677"/>
                  <a:pt x="4465934" y="3877696"/>
                  <a:pt x="4465934" y="3863409"/>
                </a:cubicBezTo>
                <a:cubicBezTo>
                  <a:pt x="4465934" y="3848824"/>
                  <a:pt x="4460949" y="3836992"/>
                  <a:pt x="4450977" y="3827913"/>
                </a:cubicBezTo>
                <a:cubicBezTo>
                  <a:pt x="4441006" y="3818835"/>
                  <a:pt x="4428281" y="3814295"/>
                  <a:pt x="4412803" y="3814295"/>
                </a:cubicBezTo>
                <a:close/>
                <a:moveTo>
                  <a:pt x="9360147" y="3726338"/>
                </a:moveTo>
                <a:cubicBezTo>
                  <a:pt x="9351218" y="3762950"/>
                  <a:pt x="9323908" y="3801199"/>
                  <a:pt x="9278217" y="3841085"/>
                </a:cubicBezTo>
                <a:cubicBezTo>
                  <a:pt x="9232527" y="3880970"/>
                  <a:pt x="9183935" y="3903444"/>
                  <a:pt x="9132440" y="3908504"/>
                </a:cubicBezTo>
                <a:lnTo>
                  <a:pt x="9132440" y="3926363"/>
                </a:lnTo>
                <a:lnTo>
                  <a:pt x="9177089" y="3926363"/>
                </a:lnTo>
                <a:lnTo>
                  <a:pt x="9177089" y="4186217"/>
                </a:lnTo>
                <a:cubicBezTo>
                  <a:pt x="9177089" y="4251404"/>
                  <a:pt x="9219207" y="4283997"/>
                  <a:pt x="9303444" y="4283997"/>
                </a:cubicBezTo>
                <a:cubicBezTo>
                  <a:pt x="9341544" y="4283997"/>
                  <a:pt x="9374063" y="4275588"/>
                  <a:pt x="9401001" y="4258771"/>
                </a:cubicBezTo>
                <a:cubicBezTo>
                  <a:pt x="9427938" y="4241953"/>
                  <a:pt x="9450784" y="4204969"/>
                  <a:pt x="9469536" y="4147819"/>
                </a:cubicBezTo>
                <a:lnTo>
                  <a:pt x="9445872" y="4142462"/>
                </a:lnTo>
                <a:cubicBezTo>
                  <a:pt x="9428906" y="4193063"/>
                  <a:pt x="9412237" y="4218364"/>
                  <a:pt x="9395866" y="4218364"/>
                </a:cubicBezTo>
                <a:cubicBezTo>
                  <a:pt x="9389913" y="4218364"/>
                  <a:pt x="9385820" y="4215536"/>
                  <a:pt x="9383588" y="4209881"/>
                </a:cubicBezTo>
                <a:cubicBezTo>
                  <a:pt x="9381355" y="4204225"/>
                  <a:pt x="9380239" y="4190831"/>
                  <a:pt x="9380239" y="4169697"/>
                </a:cubicBezTo>
                <a:lnTo>
                  <a:pt x="9380239" y="3926363"/>
                </a:lnTo>
                <a:lnTo>
                  <a:pt x="9439621" y="3926363"/>
                </a:lnTo>
                <a:lnTo>
                  <a:pt x="9439621" y="3908504"/>
                </a:lnTo>
                <a:lnTo>
                  <a:pt x="9380239" y="3908504"/>
                </a:lnTo>
                <a:lnTo>
                  <a:pt x="9380239" y="3726338"/>
                </a:lnTo>
                <a:close/>
                <a:moveTo>
                  <a:pt x="7217022" y="3726338"/>
                </a:moveTo>
                <a:cubicBezTo>
                  <a:pt x="7208093" y="3762950"/>
                  <a:pt x="7180783" y="3801199"/>
                  <a:pt x="7135093" y="3841085"/>
                </a:cubicBezTo>
                <a:cubicBezTo>
                  <a:pt x="7089402" y="3880970"/>
                  <a:pt x="7040810" y="3903444"/>
                  <a:pt x="6989315" y="3908504"/>
                </a:cubicBezTo>
                <a:lnTo>
                  <a:pt x="6989315" y="3926363"/>
                </a:lnTo>
                <a:lnTo>
                  <a:pt x="7033964" y="3926363"/>
                </a:lnTo>
                <a:lnTo>
                  <a:pt x="7033964" y="4186217"/>
                </a:lnTo>
                <a:cubicBezTo>
                  <a:pt x="7033964" y="4251404"/>
                  <a:pt x="7076082" y="4283997"/>
                  <a:pt x="7160319" y="4283997"/>
                </a:cubicBezTo>
                <a:cubicBezTo>
                  <a:pt x="7198419" y="4283997"/>
                  <a:pt x="7230938" y="4275588"/>
                  <a:pt x="7257876" y="4258771"/>
                </a:cubicBezTo>
                <a:cubicBezTo>
                  <a:pt x="7284814" y="4241953"/>
                  <a:pt x="7307659" y="4204969"/>
                  <a:pt x="7326411" y="4147819"/>
                </a:cubicBezTo>
                <a:lnTo>
                  <a:pt x="7302747" y="4142462"/>
                </a:lnTo>
                <a:cubicBezTo>
                  <a:pt x="7285781" y="4193063"/>
                  <a:pt x="7269112" y="4218364"/>
                  <a:pt x="7252741" y="4218364"/>
                </a:cubicBezTo>
                <a:cubicBezTo>
                  <a:pt x="7246788" y="4218364"/>
                  <a:pt x="7242695" y="4215536"/>
                  <a:pt x="7240463" y="4209881"/>
                </a:cubicBezTo>
                <a:cubicBezTo>
                  <a:pt x="7238230" y="4204225"/>
                  <a:pt x="7237114" y="4190831"/>
                  <a:pt x="7237114" y="4169697"/>
                </a:cubicBezTo>
                <a:lnTo>
                  <a:pt x="7237114" y="3926363"/>
                </a:lnTo>
                <a:lnTo>
                  <a:pt x="7296497" y="3926363"/>
                </a:lnTo>
                <a:lnTo>
                  <a:pt x="7296497" y="3908504"/>
                </a:lnTo>
                <a:lnTo>
                  <a:pt x="7237114" y="3908504"/>
                </a:lnTo>
                <a:lnTo>
                  <a:pt x="7237114" y="3726338"/>
                </a:lnTo>
                <a:close/>
                <a:moveTo>
                  <a:pt x="1375668" y="3680797"/>
                </a:moveTo>
                <a:lnTo>
                  <a:pt x="1375668" y="3701781"/>
                </a:lnTo>
                <a:lnTo>
                  <a:pt x="1432371" y="3701781"/>
                </a:lnTo>
                <a:lnTo>
                  <a:pt x="1453356" y="3737500"/>
                </a:lnTo>
                <a:lnTo>
                  <a:pt x="1453356" y="4097367"/>
                </a:lnTo>
                <a:cubicBezTo>
                  <a:pt x="1453356" y="4139336"/>
                  <a:pt x="1445691" y="4176692"/>
                  <a:pt x="1430362" y="4209434"/>
                </a:cubicBezTo>
                <a:cubicBezTo>
                  <a:pt x="1415032" y="4242176"/>
                  <a:pt x="1391890" y="4258547"/>
                  <a:pt x="1360934" y="4258547"/>
                </a:cubicBezTo>
                <a:lnTo>
                  <a:pt x="1360934" y="4279532"/>
                </a:lnTo>
                <a:lnTo>
                  <a:pt x="1591320" y="4279532"/>
                </a:lnTo>
                <a:lnTo>
                  <a:pt x="1591320" y="4258547"/>
                </a:lnTo>
                <a:lnTo>
                  <a:pt x="1581050" y="4258547"/>
                </a:lnTo>
                <a:cubicBezTo>
                  <a:pt x="1553368" y="4258547"/>
                  <a:pt x="1532681" y="4250883"/>
                  <a:pt x="1518989" y="4235554"/>
                </a:cubicBezTo>
                <a:cubicBezTo>
                  <a:pt x="1505297" y="4220224"/>
                  <a:pt x="1495176" y="4198495"/>
                  <a:pt x="1488628" y="4170367"/>
                </a:cubicBezTo>
                <a:cubicBezTo>
                  <a:pt x="1482080" y="4142238"/>
                  <a:pt x="1478806" y="4113440"/>
                  <a:pt x="1478806" y="4083972"/>
                </a:cubicBezTo>
                <a:lnTo>
                  <a:pt x="1478806" y="3766522"/>
                </a:lnTo>
                <a:lnTo>
                  <a:pt x="1681956" y="4279532"/>
                </a:lnTo>
                <a:lnTo>
                  <a:pt x="1740445" y="4279532"/>
                </a:lnTo>
                <a:lnTo>
                  <a:pt x="1938684" y="3765629"/>
                </a:lnTo>
                <a:lnTo>
                  <a:pt x="1940470" y="3765629"/>
                </a:lnTo>
                <a:lnTo>
                  <a:pt x="1940470" y="4258547"/>
                </a:lnTo>
                <a:lnTo>
                  <a:pt x="1865461" y="4258547"/>
                </a:lnTo>
                <a:lnTo>
                  <a:pt x="1865461" y="4279532"/>
                </a:lnTo>
                <a:lnTo>
                  <a:pt x="2269529" y="4279532"/>
                </a:lnTo>
                <a:lnTo>
                  <a:pt x="2269529" y="4258547"/>
                </a:lnTo>
                <a:lnTo>
                  <a:pt x="2196752" y="4258547"/>
                </a:lnTo>
                <a:lnTo>
                  <a:pt x="2196752" y="3701781"/>
                </a:lnTo>
                <a:lnTo>
                  <a:pt x="2269529" y="3701781"/>
                </a:lnTo>
                <a:lnTo>
                  <a:pt x="2269529" y="3680797"/>
                </a:lnTo>
                <a:lnTo>
                  <a:pt x="1950739" y="3680797"/>
                </a:lnTo>
                <a:lnTo>
                  <a:pt x="1835546" y="3978602"/>
                </a:lnTo>
                <a:lnTo>
                  <a:pt x="1713656" y="3680797"/>
                </a:lnTo>
                <a:close/>
                <a:moveTo>
                  <a:pt x="8163272" y="3650436"/>
                </a:moveTo>
                <a:lnTo>
                  <a:pt x="8081119" y="3712497"/>
                </a:lnTo>
                <a:cubicBezTo>
                  <a:pt x="8046888" y="3691066"/>
                  <a:pt x="8017271" y="3677671"/>
                  <a:pt x="7992268" y="3672313"/>
                </a:cubicBezTo>
                <a:cubicBezTo>
                  <a:pt x="7967265" y="3666956"/>
                  <a:pt x="7943899" y="3664277"/>
                  <a:pt x="7922170" y="3664277"/>
                </a:cubicBezTo>
                <a:cubicBezTo>
                  <a:pt x="7856686" y="3664277"/>
                  <a:pt x="7802066" y="3684145"/>
                  <a:pt x="7758310" y="3723882"/>
                </a:cubicBezTo>
                <a:cubicBezTo>
                  <a:pt x="7714555" y="3763620"/>
                  <a:pt x="7692677" y="3813254"/>
                  <a:pt x="7692677" y="3872785"/>
                </a:cubicBezTo>
                <a:cubicBezTo>
                  <a:pt x="7692677" y="3955236"/>
                  <a:pt x="7748637" y="4025929"/>
                  <a:pt x="7860555" y="4084865"/>
                </a:cubicBezTo>
                <a:cubicBezTo>
                  <a:pt x="7909073" y="4110166"/>
                  <a:pt x="7940029" y="4127207"/>
                  <a:pt x="7953424" y="4135987"/>
                </a:cubicBezTo>
                <a:cubicBezTo>
                  <a:pt x="7966819" y="4144768"/>
                  <a:pt x="7977460" y="4154442"/>
                  <a:pt x="7985348" y="4165009"/>
                </a:cubicBezTo>
                <a:cubicBezTo>
                  <a:pt x="7993236" y="4175576"/>
                  <a:pt x="7997179" y="4186961"/>
                  <a:pt x="7997179" y="4199165"/>
                </a:cubicBezTo>
                <a:cubicBezTo>
                  <a:pt x="7997179" y="4220001"/>
                  <a:pt x="7987580" y="4236893"/>
                  <a:pt x="7968381" y="4249841"/>
                </a:cubicBezTo>
                <a:cubicBezTo>
                  <a:pt x="7949182" y="4262789"/>
                  <a:pt x="7923956" y="4269263"/>
                  <a:pt x="7892702" y="4269263"/>
                </a:cubicBezTo>
                <a:cubicBezTo>
                  <a:pt x="7858174" y="4269263"/>
                  <a:pt x="7824316" y="4258027"/>
                  <a:pt x="7791127" y="4235554"/>
                </a:cubicBezTo>
                <a:cubicBezTo>
                  <a:pt x="7757938" y="4213080"/>
                  <a:pt x="7733530" y="4187631"/>
                  <a:pt x="7717904" y="4159205"/>
                </a:cubicBezTo>
                <a:cubicBezTo>
                  <a:pt x="7702277" y="4130779"/>
                  <a:pt x="7694463" y="4095878"/>
                  <a:pt x="7694463" y="4054504"/>
                </a:cubicBezTo>
                <a:lnTo>
                  <a:pt x="7694463" y="4051825"/>
                </a:lnTo>
                <a:lnTo>
                  <a:pt x="7671692" y="4051825"/>
                </a:lnTo>
                <a:lnTo>
                  <a:pt x="7671692" y="4304089"/>
                </a:lnTo>
                <a:lnTo>
                  <a:pt x="7752060" y="4241135"/>
                </a:lnTo>
                <a:cubicBezTo>
                  <a:pt x="7800875" y="4278937"/>
                  <a:pt x="7853263" y="4297838"/>
                  <a:pt x="7909222" y="4297838"/>
                </a:cubicBezTo>
                <a:cubicBezTo>
                  <a:pt x="7945238" y="4297838"/>
                  <a:pt x="7985496" y="4290471"/>
                  <a:pt x="8029996" y="4275737"/>
                </a:cubicBezTo>
                <a:cubicBezTo>
                  <a:pt x="8074496" y="4261003"/>
                  <a:pt x="8109694" y="4237414"/>
                  <a:pt x="8135590" y="4204969"/>
                </a:cubicBezTo>
                <a:cubicBezTo>
                  <a:pt x="8161486" y="4172525"/>
                  <a:pt x="8174434" y="4131895"/>
                  <a:pt x="8174434" y="4083079"/>
                </a:cubicBezTo>
                <a:cubicBezTo>
                  <a:pt x="8174434" y="4051230"/>
                  <a:pt x="8168927" y="4023250"/>
                  <a:pt x="8157914" y="3999140"/>
                </a:cubicBezTo>
                <a:cubicBezTo>
                  <a:pt x="8146901" y="3975030"/>
                  <a:pt x="8127181" y="3952259"/>
                  <a:pt x="8098755" y="3930828"/>
                </a:cubicBezTo>
                <a:cubicBezTo>
                  <a:pt x="8070329" y="3909397"/>
                  <a:pt x="8011913" y="3874124"/>
                  <a:pt x="7923510" y="3825011"/>
                </a:cubicBezTo>
                <a:cubicBezTo>
                  <a:pt x="7898506" y="3811319"/>
                  <a:pt x="7881614" y="3799710"/>
                  <a:pt x="7872834" y="3790185"/>
                </a:cubicBezTo>
                <a:cubicBezTo>
                  <a:pt x="7864053" y="3780660"/>
                  <a:pt x="7859662" y="3768456"/>
                  <a:pt x="7859662" y="3753574"/>
                </a:cubicBezTo>
                <a:cubicBezTo>
                  <a:pt x="7859662" y="3734226"/>
                  <a:pt x="7866583" y="3718450"/>
                  <a:pt x="7880424" y="3706246"/>
                </a:cubicBezTo>
                <a:cubicBezTo>
                  <a:pt x="7894265" y="3694042"/>
                  <a:pt x="7912347" y="3687940"/>
                  <a:pt x="7934672" y="3687940"/>
                </a:cubicBezTo>
                <a:cubicBezTo>
                  <a:pt x="7981701" y="3687940"/>
                  <a:pt x="8027689" y="3703865"/>
                  <a:pt x="8072635" y="3735714"/>
                </a:cubicBezTo>
                <a:cubicBezTo>
                  <a:pt x="8117581" y="3767563"/>
                  <a:pt x="8140501" y="3812956"/>
                  <a:pt x="8141394" y="3871892"/>
                </a:cubicBezTo>
                <a:lnTo>
                  <a:pt x="8163272" y="3871892"/>
                </a:lnTo>
                <a:close/>
                <a:moveTo>
                  <a:pt x="7523608" y="2991574"/>
                </a:moveTo>
                <a:cubicBezTo>
                  <a:pt x="7534324" y="2991574"/>
                  <a:pt x="7549207" y="2995294"/>
                  <a:pt x="7568257" y="3002736"/>
                </a:cubicBezTo>
                <a:lnTo>
                  <a:pt x="7568257" y="3130877"/>
                </a:lnTo>
                <a:cubicBezTo>
                  <a:pt x="7545337" y="3143676"/>
                  <a:pt x="7528520" y="3150076"/>
                  <a:pt x="7517804" y="3150076"/>
                </a:cubicBezTo>
                <a:cubicBezTo>
                  <a:pt x="7499647" y="3150076"/>
                  <a:pt x="7490569" y="3137574"/>
                  <a:pt x="7490569" y="3112571"/>
                </a:cubicBezTo>
                <a:lnTo>
                  <a:pt x="7490569" y="3029971"/>
                </a:lnTo>
                <a:cubicBezTo>
                  <a:pt x="7490569" y="3016279"/>
                  <a:pt x="7493099" y="3006456"/>
                  <a:pt x="7498159" y="3000503"/>
                </a:cubicBezTo>
                <a:cubicBezTo>
                  <a:pt x="7503219" y="2994550"/>
                  <a:pt x="7511702" y="2991574"/>
                  <a:pt x="7523608" y="2991574"/>
                </a:cubicBezTo>
                <a:close/>
                <a:moveTo>
                  <a:pt x="4275583" y="2991574"/>
                </a:moveTo>
                <a:cubicBezTo>
                  <a:pt x="4286299" y="2991574"/>
                  <a:pt x="4301181" y="2995294"/>
                  <a:pt x="4320232" y="3002736"/>
                </a:cubicBezTo>
                <a:lnTo>
                  <a:pt x="4320232" y="3130877"/>
                </a:lnTo>
                <a:cubicBezTo>
                  <a:pt x="4297312" y="3143676"/>
                  <a:pt x="4280495" y="3150076"/>
                  <a:pt x="4269779" y="3150076"/>
                </a:cubicBezTo>
                <a:cubicBezTo>
                  <a:pt x="4251622" y="3150076"/>
                  <a:pt x="4242543" y="3137574"/>
                  <a:pt x="4242543" y="3112571"/>
                </a:cubicBezTo>
                <a:lnTo>
                  <a:pt x="4242543" y="3029971"/>
                </a:lnTo>
                <a:cubicBezTo>
                  <a:pt x="4242543" y="3016279"/>
                  <a:pt x="4245073" y="3006456"/>
                  <a:pt x="4250134" y="3000503"/>
                </a:cubicBezTo>
                <a:cubicBezTo>
                  <a:pt x="4255194" y="2994550"/>
                  <a:pt x="4263677" y="2991574"/>
                  <a:pt x="4275583" y="2991574"/>
                </a:cubicBezTo>
                <a:close/>
                <a:moveTo>
                  <a:pt x="8901459" y="2814319"/>
                </a:moveTo>
                <a:cubicBezTo>
                  <a:pt x="8928248" y="2814319"/>
                  <a:pt x="8941643" y="2830542"/>
                  <a:pt x="8941643" y="2862986"/>
                </a:cubicBezTo>
                <a:lnTo>
                  <a:pt x="8941643" y="2968803"/>
                </a:lnTo>
                <a:lnTo>
                  <a:pt x="8857257" y="2968803"/>
                </a:lnTo>
                <a:lnTo>
                  <a:pt x="8857257" y="2862986"/>
                </a:lnTo>
                <a:cubicBezTo>
                  <a:pt x="8857257" y="2830542"/>
                  <a:pt x="8871991" y="2814319"/>
                  <a:pt x="8901459" y="2814319"/>
                </a:cubicBezTo>
                <a:close/>
                <a:moveTo>
                  <a:pt x="8884046" y="2796907"/>
                </a:moveTo>
                <a:cubicBezTo>
                  <a:pt x="8814990" y="2796907"/>
                  <a:pt x="8757468" y="2816180"/>
                  <a:pt x="8711480" y="2854726"/>
                </a:cubicBezTo>
                <a:cubicBezTo>
                  <a:pt x="8665492" y="2893273"/>
                  <a:pt x="8642498" y="2941121"/>
                  <a:pt x="8642498" y="2998271"/>
                </a:cubicBezTo>
                <a:cubicBezTo>
                  <a:pt x="8642498" y="3051551"/>
                  <a:pt x="8665046" y="3096274"/>
                  <a:pt x="8710140" y="3132440"/>
                </a:cubicBezTo>
                <a:cubicBezTo>
                  <a:pt x="8755236" y="3168605"/>
                  <a:pt x="8811566" y="3186687"/>
                  <a:pt x="8879134" y="3186687"/>
                </a:cubicBezTo>
                <a:cubicBezTo>
                  <a:pt x="8960693" y="3186687"/>
                  <a:pt x="9030195" y="3148885"/>
                  <a:pt x="9087643" y="3073280"/>
                </a:cubicBezTo>
                <a:lnTo>
                  <a:pt x="9073355" y="3057653"/>
                </a:lnTo>
                <a:cubicBezTo>
                  <a:pt x="9050734" y="3088312"/>
                  <a:pt x="9024763" y="3112571"/>
                  <a:pt x="8995444" y="3130430"/>
                </a:cubicBezTo>
                <a:cubicBezTo>
                  <a:pt x="8966125" y="3148290"/>
                  <a:pt x="8938071" y="3157219"/>
                  <a:pt x="8911282" y="3157219"/>
                </a:cubicBezTo>
                <a:cubicBezTo>
                  <a:pt x="8898482" y="3157219"/>
                  <a:pt x="8887766" y="3153796"/>
                  <a:pt x="8879134" y="3146950"/>
                </a:cubicBezTo>
                <a:cubicBezTo>
                  <a:pt x="8870502" y="3140104"/>
                  <a:pt x="8864698" y="3131323"/>
                  <a:pt x="8861722" y="3120608"/>
                </a:cubicBezTo>
                <a:cubicBezTo>
                  <a:pt x="8858745" y="3109892"/>
                  <a:pt x="8857257" y="3091884"/>
                  <a:pt x="8857257" y="3066583"/>
                </a:cubicBezTo>
                <a:lnTo>
                  <a:pt x="8857257" y="2987109"/>
                </a:lnTo>
                <a:lnTo>
                  <a:pt x="9095233" y="2987109"/>
                </a:lnTo>
                <a:cubicBezTo>
                  <a:pt x="9086601" y="2928471"/>
                  <a:pt x="9062714" y="2882111"/>
                  <a:pt x="9023572" y="2848029"/>
                </a:cubicBezTo>
                <a:cubicBezTo>
                  <a:pt x="8984431" y="2813947"/>
                  <a:pt x="8937922" y="2796907"/>
                  <a:pt x="8884046" y="2796907"/>
                </a:cubicBezTo>
                <a:close/>
                <a:moveTo>
                  <a:pt x="7512446" y="2796907"/>
                </a:moveTo>
                <a:cubicBezTo>
                  <a:pt x="7460356" y="2796907"/>
                  <a:pt x="7420098" y="2804869"/>
                  <a:pt x="7391672" y="2820793"/>
                </a:cubicBezTo>
                <a:cubicBezTo>
                  <a:pt x="7363246" y="2836718"/>
                  <a:pt x="7349033" y="2859265"/>
                  <a:pt x="7349033" y="2888436"/>
                </a:cubicBezTo>
                <a:cubicBezTo>
                  <a:pt x="7349033" y="2909867"/>
                  <a:pt x="7356102" y="2927280"/>
                  <a:pt x="7370241" y="2940674"/>
                </a:cubicBezTo>
                <a:cubicBezTo>
                  <a:pt x="7384380" y="2954069"/>
                  <a:pt x="7402909" y="2960766"/>
                  <a:pt x="7425828" y="2960766"/>
                </a:cubicBezTo>
                <a:cubicBezTo>
                  <a:pt x="7447557" y="2960766"/>
                  <a:pt x="7464970" y="2954218"/>
                  <a:pt x="7478067" y="2941121"/>
                </a:cubicBezTo>
                <a:cubicBezTo>
                  <a:pt x="7491164" y="2928024"/>
                  <a:pt x="7497712" y="2910462"/>
                  <a:pt x="7497712" y="2888436"/>
                </a:cubicBezTo>
                <a:cubicBezTo>
                  <a:pt x="7497712" y="2855396"/>
                  <a:pt x="7481639" y="2834114"/>
                  <a:pt x="7449492" y="2824589"/>
                </a:cubicBezTo>
                <a:cubicBezTo>
                  <a:pt x="7458719" y="2820124"/>
                  <a:pt x="7472709" y="2817891"/>
                  <a:pt x="7491462" y="2817891"/>
                </a:cubicBezTo>
                <a:cubicBezTo>
                  <a:pt x="7506344" y="2817891"/>
                  <a:pt x="7519888" y="2820124"/>
                  <a:pt x="7532092" y="2824589"/>
                </a:cubicBezTo>
                <a:cubicBezTo>
                  <a:pt x="7544295" y="2829053"/>
                  <a:pt x="7553374" y="2835676"/>
                  <a:pt x="7559327" y="2844457"/>
                </a:cubicBezTo>
                <a:cubicBezTo>
                  <a:pt x="7565280" y="2853238"/>
                  <a:pt x="7568257" y="2869683"/>
                  <a:pt x="7568257" y="2893794"/>
                </a:cubicBezTo>
                <a:lnTo>
                  <a:pt x="7568257" y="2982644"/>
                </a:lnTo>
                <a:cubicBezTo>
                  <a:pt x="7538491" y="2972821"/>
                  <a:pt x="7503814" y="2967910"/>
                  <a:pt x="7464226" y="2967910"/>
                </a:cubicBezTo>
                <a:cubicBezTo>
                  <a:pt x="7412731" y="2967910"/>
                  <a:pt x="7372250" y="2977807"/>
                  <a:pt x="7342782" y="2997601"/>
                </a:cubicBezTo>
                <a:cubicBezTo>
                  <a:pt x="7313314" y="3017395"/>
                  <a:pt x="7298580" y="3044705"/>
                  <a:pt x="7298580" y="3079531"/>
                </a:cubicBezTo>
                <a:cubicBezTo>
                  <a:pt x="7298580" y="3110190"/>
                  <a:pt x="7312645" y="3135714"/>
                  <a:pt x="7340773" y="3156103"/>
                </a:cubicBezTo>
                <a:cubicBezTo>
                  <a:pt x="7368902" y="3176493"/>
                  <a:pt x="7404546" y="3186687"/>
                  <a:pt x="7447706" y="3186687"/>
                </a:cubicBezTo>
                <a:cubicBezTo>
                  <a:pt x="7489378" y="3186687"/>
                  <a:pt x="7531050" y="3173590"/>
                  <a:pt x="7572722" y="3147397"/>
                </a:cubicBezTo>
                <a:cubicBezTo>
                  <a:pt x="7599511" y="3173590"/>
                  <a:pt x="7632551" y="3186687"/>
                  <a:pt x="7671841" y="3186687"/>
                </a:cubicBezTo>
                <a:cubicBezTo>
                  <a:pt x="7743874" y="3186687"/>
                  <a:pt x="7793434" y="3158856"/>
                  <a:pt x="7820520" y="3103195"/>
                </a:cubicBezTo>
                <a:lnTo>
                  <a:pt x="7804447" y="3095158"/>
                </a:lnTo>
                <a:cubicBezTo>
                  <a:pt x="7792243" y="3115696"/>
                  <a:pt x="7783313" y="3125966"/>
                  <a:pt x="7777658" y="3125966"/>
                </a:cubicBezTo>
                <a:cubicBezTo>
                  <a:pt x="7774384" y="3125966"/>
                  <a:pt x="7772375" y="3124477"/>
                  <a:pt x="7771630" y="3121501"/>
                </a:cubicBezTo>
                <a:cubicBezTo>
                  <a:pt x="7770886" y="3118524"/>
                  <a:pt x="7770514" y="3112422"/>
                  <a:pt x="7770514" y="3103195"/>
                </a:cubicBezTo>
                <a:lnTo>
                  <a:pt x="7770514" y="2934870"/>
                </a:lnTo>
                <a:cubicBezTo>
                  <a:pt x="7770514" y="2907784"/>
                  <a:pt x="7767389" y="2887766"/>
                  <a:pt x="7761138" y="2874818"/>
                </a:cubicBezTo>
                <a:cubicBezTo>
                  <a:pt x="7754887" y="2861870"/>
                  <a:pt x="7743428" y="2849517"/>
                  <a:pt x="7726759" y="2837760"/>
                </a:cubicBezTo>
                <a:cubicBezTo>
                  <a:pt x="7710090" y="2826002"/>
                  <a:pt x="7684045" y="2816254"/>
                  <a:pt x="7648624" y="2808515"/>
                </a:cubicBezTo>
                <a:cubicBezTo>
                  <a:pt x="7613203" y="2800776"/>
                  <a:pt x="7567810" y="2796907"/>
                  <a:pt x="7512446" y="2796907"/>
                </a:cubicBezTo>
                <a:close/>
                <a:moveTo>
                  <a:pt x="4264421" y="2796907"/>
                </a:moveTo>
                <a:cubicBezTo>
                  <a:pt x="4212331" y="2796907"/>
                  <a:pt x="4172073" y="2804869"/>
                  <a:pt x="4143648" y="2820793"/>
                </a:cubicBezTo>
                <a:cubicBezTo>
                  <a:pt x="4115221" y="2836718"/>
                  <a:pt x="4101008" y="2859265"/>
                  <a:pt x="4101008" y="2888436"/>
                </a:cubicBezTo>
                <a:cubicBezTo>
                  <a:pt x="4101008" y="2909867"/>
                  <a:pt x="4108077" y="2927280"/>
                  <a:pt x="4122216" y="2940674"/>
                </a:cubicBezTo>
                <a:cubicBezTo>
                  <a:pt x="4136355" y="2954069"/>
                  <a:pt x="4154884" y="2960766"/>
                  <a:pt x="4177803" y="2960766"/>
                </a:cubicBezTo>
                <a:cubicBezTo>
                  <a:pt x="4199532" y="2960766"/>
                  <a:pt x="4216945" y="2954218"/>
                  <a:pt x="4230042" y="2941121"/>
                </a:cubicBezTo>
                <a:cubicBezTo>
                  <a:pt x="4243139" y="2928024"/>
                  <a:pt x="4249687" y="2910462"/>
                  <a:pt x="4249687" y="2888436"/>
                </a:cubicBezTo>
                <a:cubicBezTo>
                  <a:pt x="4249687" y="2855396"/>
                  <a:pt x="4233614" y="2834114"/>
                  <a:pt x="4201467" y="2824589"/>
                </a:cubicBezTo>
                <a:cubicBezTo>
                  <a:pt x="4210694" y="2820124"/>
                  <a:pt x="4224684" y="2817891"/>
                  <a:pt x="4243436" y="2817891"/>
                </a:cubicBezTo>
                <a:cubicBezTo>
                  <a:pt x="4258319" y="2817891"/>
                  <a:pt x="4271863" y="2820124"/>
                  <a:pt x="4284067" y="2824589"/>
                </a:cubicBezTo>
                <a:cubicBezTo>
                  <a:pt x="4296270" y="2829053"/>
                  <a:pt x="4305349" y="2835676"/>
                  <a:pt x="4311302" y="2844457"/>
                </a:cubicBezTo>
                <a:cubicBezTo>
                  <a:pt x="4317255" y="2853238"/>
                  <a:pt x="4320232" y="2869683"/>
                  <a:pt x="4320232" y="2893794"/>
                </a:cubicBezTo>
                <a:lnTo>
                  <a:pt x="4320232" y="2982644"/>
                </a:lnTo>
                <a:cubicBezTo>
                  <a:pt x="4290466" y="2972821"/>
                  <a:pt x="4255789" y="2967910"/>
                  <a:pt x="4216201" y="2967910"/>
                </a:cubicBezTo>
                <a:cubicBezTo>
                  <a:pt x="4164706" y="2967910"/>
                  <a:pt x="4124225" y="2977807"/>
                  <a:pt x="4094757" y="2997601"/>
                </a:cubicBezTo>
                <a:cubicBezTo>
                  <a:pt x="4065289" y="3017395"/>
                  <a:pt x="4050556" y="3044705"/>
                  <a:pt x="4050556" y="3079531"/>
                </a:cubicBezTo>
                <a:cubicBezTo>
                  <a:pt x="4050556" y="3110190"/>
                  <a:pt x="4064620" y="3135714"/>
                  <a:pt x="4092748" y="3156103"/>
                </a:cubicBezTo>
                <a:cubicBezTo>
                  <a:pt x="4120877" y="3176493"/>
                  <a:pt x="4156521" y="3186687"/>
                  <a:pt x="4199681" y="3186687"/>
                </a:cubicBezTo>
                <a:cubicBezTo>
                  <a:pt x="4241353" y="3186687"/>
                  <a:pt x="4283025" y="3173590"/>
                  <a:pt x="4324697" y="3147397"/>
                </a:cubicBezTo>
                <a:cubicBezTo>
                  <a:pt x="4351485" y="3173590"/>
                  <a:pt x="4384526" y="3186687"/>
                  <a:pt x="4423816" y="3186687"/>
                </a:cubicBezTo>
                <a:cubicBezTo>
                  <a:pt x="4495849" y="3186687"/>
                  <a:pt x="4545409" y="3158856"/>
                  <a:pt x="4572495" y="3103195"/>
                </a:cubicBezTo>
                <a:lnTo>
                  <a:pt x="4556422" y="3095158"/>
                </a:lnTo>
                <a:cubicBezTo>
                  <a:pt x="4544219" y="3115696"/>
                  <a:pt x="4535288" y="3125966"/>
                  <a:pt x="4529633" y="3125966"/>
                </a:cubicBezTo>
                <a:cubicBezTo>
                  <a:pt x="4526359" y="3125966"/>
                  <a:pt x="4524349" y="3124477"/>
                  <a:pt x="4523605" y="3121501"/>
                </a:cubicBezTo>
                <a:cubicBezTo>
                  <a:pt x="4522861" y="3118524"/>
                  <a:pt x="4522489" y="3112422"/>
                  <a:pt x="4522489" y="3103195"/>
                </a:cubicBezTo>
                <a:lnTo>
                  <a:pt x="4522489" y="2934870"/>
                </a:lnTo>
                <a:cubicBezTo>
                  <a:pt x="4522489" y="2907784"/>
                  <a:pt x="4519363" y="2887766"/>
                  <a:pt x="4513113" y="2874818"/>
                </a:cubicBezTo>
                <a:cubicBezTo>
                  <a:pt x="4506863" y="2861870"/>
                  <a:pt x="4495402" y="2849517"/>
                  <a:pt x="4478734" y="2837760"/>
                </a:cubicBezTo>
                <a:cubicBezTo>
                  <a:pt x="4462065" y="2826002"/>
                  <a:pt x="4436020" y="2816254"/>
                  <a:pt x="4400599" y="2808515"/>
                </a:cubicBezTo>
                <a:cubicBezTo>
                  <a:pt x="4365178" y="2800776"/>
                  <a:pt x="4319785" y="2796907"/>
                  <a:pt x="4264421" y="2796907"/>
                </a:cubicBezTo>
                <a:close/>
                <a:moveTo>
                  <a:pt x="9374286" y="2791549"/>
                </a:moveTo>
                <a:cubicBezTo>
                  <a:pt x="9345116" y="2799585"/>
                  <a:pt x="9308206" y="2803604"/>
                  <a:pt x="9263558" y="2803604"/>
                </a:cubicBezTo>
                <a:lnTo>
                  <a:pt x="9114432" y="2803604"/>
                </a:lnTo>
                <a:lnTo>
                  <a:pt x="9114432" y="2821463"/>
                </a:lnTo>
                <a:lnTo>
                  <a:pt x="9171135" y="2821463"/>
                </a:lnTo>
                <a:lnTo>
                  <a:pt x="9171135" y="3156326"/>
                </a:lnTo>
                <a:lnTo>
                  <a:pt x="9114432" y="3156326"/>
                </a:lnTo>
                <a:lnTo>
                  <a:pt x="9114432" y="3174632"/>
                </a:lnTo>
                <a:lnTo>
                  <a:pt x="9433668" y="3174632"/>
                </a:lnTo>
                <a:lnTo>
                  <a:pt x="9433668" y="3156326"/>
                </a:lnTo>
                <a:lnTo>
                  <a:pt x="9374286" y="3156326"/>
                </a:lnTo>
                <a:lnTo>
                  <a:pt x="9374286" y="2942460"/>
                </a:lnTo>
                <a:cubicBezTo>
                  <a:pt x="9374286" y="2936507"/>
                  <a:pt x="9378007" y="2926089"/>
                  <a:pt x="9385448" y="2911206"/>
                </a:cubicBezTo>
                <a:cubicBezTo>
                  <a:pt x="9392889" y="2896324"/>
                  <a:pt x="9401968" y="2883822"/>
                  <a:pt x="9412684" y="2873702"/>
                </a:cubicBezTo>
                <a:lnTo>
                  <a:pt x="9414469" y="2875488"/>
                </a:lnTo>
                <a:cubicBezTo>
                  <a:pt x="9412684" y="2879357"/>
                  <a:pt x="9411791" y="2884864"/>
                  <a:pt x="9411791" y="2892008"/>
                </a:cubicBezTo>
                <a:cubicBezTo>
                  <a:pt x="9411791" y="2912546"/>
                  <a:pt x="9418785" y="2929587"/>
                  <a:pt x="9432775" y="2943130"/>
                </a:cubicBezTo>
                <a:cubicBezTo>
                  <a:pt x="9446765" y="2956674"/>
                  <a:pt x="9464476" y="2963445"/>
                  <a:pt x="9485907" y="2963445"/>
                </a:cubicBezTo>
                <a:cubicBezTo>
                  <a:pt x="9508826" y="2963445"/>
                  <a:pt x="9528100" y="2955185"/>
                  <a:pt x="9543727" y="2938665"/>
                </a:cubicBezTo>
                <a:cubicBezTo>
                  <a:pt x="9559354" y="2922145"/>
                  <a:pt x="9567167" y="2901681"/>
                  <a:pt x="9567167" y="2877274"/>
                </a:cubicBezTo>
                <a:cubicBezTo>
                  <a:pt x="9567167" y="2854057"/>
                  <a:pt x="9560544" y="2835602"/>
                  <a:pt x="9547299" y="2821909"/>
                </a:cubicBezTo>
                <a:cubicBezTo>
                  <a:pt x="9534053" y="2808217"/>
                  <a:pt x="9516268" y="2801371"/>
                  <a:pt x="9493944" y="2801371"/>
                </a:cubicBezTo>
                <a:cubicBezTo>
                  <a:pt x="9453760" y="2801371"/>
                  <a:pt x="9414469" y="2831881"/>
                  <a:pt x="9376072" y="2892901"/>
                </a:cubicBezTo>
                <a:lnTo>
                  <a:pt x="9374286" y="2892901"/>
                </a:lnTo>
                <a:close/>
                <a:moveTo>
                  <a:pt x="6778426" y="2791549"/>
                </a:moveTo>
                <a:cubicBezTo>
                  <a:pt x="6741517" y="2799585"/>
                  <a:pt x="6704012" y="2803604"/>
                  <a:pt x="6665912" y="2803604"/>
                </a:cubicBezTo>
                <a:lnTo>
                  <a:pt x="6515000" y="2803604"/>
                </a:lnTo>
                <a:lnTo>
                  <a:pt x="6515000" y="2821463"/>
                </a:lnTo>
                <a:lnTo>
                  <a:pt x="6575722" y="2821463"/>
                </a:lnTo>
                <a:lnTo>
                  <a:pt x="6575722" y="3156326"/>
                </a:lnTo>
                <a:lnTo>
                  <a:pt x="6515000" y="3156326"/>
                </a:lnTo>
                <a:lnTo>
                  <a:pt x="6515000" y="3174632"/>
                </a:lnTo>
                <a:lnTo>
                  <a:pt x="6837808" y="3174632"/>
                </a:lnTo>
                <a:lnTo>
                  <a:pt x="6837808" y="3156326"/>
                </a:lnTo>
                <a:lnTo>
                  <a:pt x="6778426" y="3156326"/>
                </a:lnTo>
                <a:close/>
                <a:moveTo>
                  <a:pt x="4840386" y="2791549"/>
                </a:moveTo>
                <a:cubicBezTo>
                  <a:pt x="4811216" y="2799585"/>
                  <a:pt x="4774306" y="2803604"/>
                  <a:pt x="4729658" y="2803604"/>
                </a:cubicBezTo>
                <a:lnTo>
                  <a:pt x="4580532" y="2803604"/>
                </a:lnTo>
                <a:lnTo>
                  <a:pt x="4580532" y="2821463"/>
                </a:lnTo>
                <a:lnTo>
                  <a:pt x="4637236" y="2821463"/>
                </a:lnTo>
                <a:lnTo>
                  <a:pt x="4637236" y="3156326"/>
                </a:lnTo>
                <a:lnTo>
                  <a:pt x="4580532" y="3156326"/>
                </a:lnTo>
                <a:lnTo>
                  <a:pt x="4580532" y="3174632"/>
                </a:lnTo>
                <a:lnTo>
                  <a:pt x="4899769" y="3174632"/>
                </a:lnTo>
                <a:lnTo>
                  <a:pt x="4899769" y="3156326"/>
                </a:lnTo>
                <a:lnTo>
                  <a:pt x="4840386" y="3156326"/>
                </a:lnTo>
                <a:lnTo>
                  <a:pt x="4840386" y="2942460"/>
                </a:lnTo>
                <a:cubicBezTo>
                  <a:pt x="4840386" y="2936507"/>
                  <a:pt x="4844107" y="2926089"/>
                  <a:pt x="4851548" y="2911206"/>
                </a:cubicBezTo>
                <a:cubicBezTo>
                  <a:pt x="4858990" y="2896324"/>
                  <a:pt x="4868068" y="2883822"/>
                  <a:pt x="4878784" y="2873702"/>
                </a:cubicBezTo>
                <a:lnTo>
                  <a:pt x="4880570" y="2875488"/>
                </a:lnTo>
                <a:cubicBezTo>
                  <a:pt x="4878784" y="2879357"/>
                  <a:pt x="4877891" y="2884864"/>
                  <a:pt x="4877891" y="2892008"/>
                </a:cubicBezTo>
                <a:cubicBezTo>
                  <a:pt x="4877891" y="2912546"/>
                  <a:pt x="4884886" y="2929587"/>
                  <a:pt x="4898876" y="2943130"/>
                </a:cubicBezTo>
                <a:cubicBezTo>
                  <a:pt x="4912865" y="2956674"/>
                  <a:pt x="4930576" y="2963445"/>
                  <a:pt x="4952007" y="2963445"/>
                </a:cubicBezTo>
                <a:cubicBezTo>
                  <a:pt x="4974927" y="2963445"/>
                  <a:pt x="4994200" y="2955185"/>
                  <a:pt x="5009827" y="2938665"/>
                </a:cubicBezTo>
                <a:cubicBezTo>
                  <a:pt x="5025454" y="2922145"/>
                  <a:pt x="5033268" y="2901681"/>
                  <a:pt x="5033268" y="2877274"/>
                </a:cubicBezTo>
                <a:cubicBezTo>
                  <a:pt x="5033268" y="2854057"/>
                  <a:pt x="5026645" y="2835602"/>
                  <a:pt x="5013399" y="2821909"/>
                </a:cubicBezTo>
                <a:cubicBezTo>
                  <a:pt x="5000153" y="2808217"/>
                  <a:pt x="4982368" y="2801371"/>
                  <a:pt x="4960044" y="2801371"/>
                </a:cubicBezTo>
                <a:cubicBezTo>
                  <a:pt x="4919860" y="2801371"/>
                  <a:pt x="4880570" y="2831881"/>
                  <a:pt x="4842172" y="2892901"/>
                </a:cubicBezTo>
                <a:lnTo>
                  <a:pt x="4840386" y="2892901"/>
                </a:lnTo>
                <a:close/>
                <a:moveTo>
                  <a:pt x="3421161" y="2791549"/>
                </a:moveTo>
                <a:cubicBezTo>
                  <a:pt x="3387228" y="2799585"/>
                  <a:pt x="3347640" y="2803604"/>
                  <a:pt x="3302396" y="2803604"/>
                </a:cubicBezTo>
                <a:lnTo>
                  <a:pt x="3161308" y="2803604"/>
                </a:lnTo>
                <a:lnTo>
                  <a:pt x="3161308" y="2821463"/>
                </a:lnTo>
                <a:lnTo>
                  <a:pt x="3218011" y="2821463"/>
                </a:lnTo>
                <a:lnTo>
                  <a:pt x="3218011" y="3156326"/>
                </a:lnTo>
                <a:lnTo>
                  <a:pt x="3161308" y="3156326"/>
                </a:lnTo>
                <a:lnTo>
                  <a:pt x="3161308" y="3174632"/>
                </a:lnTo>
                <a:lnTo>
                  <a:pt x="3452415" y="3174632"/>
                </a:lnTo>
                <a:lnTo>
                  <a:pt x="3452415" y="3156326"/>
                </a:lnTo>
                <a:lnTo>
                  <a:pt x="3421161" y="3156326"/>
                </a:lnTo>
                <a:lnTo>
                  <a:pt x="3421161" y="2876381"/>
                </a:lnTo>
                <a:cubicBezTo>
                  <a:pt x="3438723" y="2858819"/>
                  <a:pt x="3454797" y="2850038"/>
                  <a:pt x="3469382" y="2850038"/>
                </a:cubicBezTo>
                <a:cubicBezTo>
                  <a:pt x="3485455" y="2850038"/>
                  <a:pt x="3493492" y="2864028"/>
                  <a:pt x="3493492" y="2892008"/>
                </a:cubicBezTo>
                <a:lnTo>
                  <a:pt x="3493492" y="3156326"/>
                </a:lnTo>
                <a:lnTo>
                  <a:pt x="3464024" y="3156326"/>
                </a:lnTo>
                <a:lnTo>
                  <a:pt x="3464024" y="3174632"/>
                </a:lnTo>
                <a:lnTo>
                  <a:pt x="3726557" y="3174632"/>
                </a:lnTo>
                <a:lnTo>
                  <a:pt x="3726557" y="3156326"/>
                </a:lnTo>
                <a:lnTo>
                  <a:pt x="3695303" y="3156326"/>
                </a:lnTo>
                <a:lnTo>
                  <a:pt x="3695303" y="2876381"/>
                </a:lnTo>
                <a:cubicBezTo>
                  <a:pt x="3710781" y="2858224"/>
                  <a:pt x="3727598" y="2849145"/>
                  <a:pt x="3745755" y="2849145"/>
                </a:cubicBezTo>
                <a:cubicBezTo>
                  <a:pt x="3754387" y="2849145"/>
                  <a:pt x="3760787" y="2852122"/>
                  <a:pt x="3764954" y="2858075"/>
                </a:cubicBezTo>
                <a:cubicBezTo>
                  <a:pt x="3769122" y="2864028"/>
                  <a:pt x="3771205" y="2876827"/>
                  <a:pt x="3771205" y="2896472"/>
                </a:cubicBezTo>
                <a:lnTo>
                  <a:pt x="3771205" y="3156326"/>
                </a:lnTo>
                <a:lnTo>
                  <a:pt x="3740398" y="3156326"/>
                </a:lnTo>
                <a:lnTo>
                  <a:pt x="3740398" y="3174632"/>
                </a:lnTo>
                <a:lnTo>
                  <a:pt x="4028380" y="3174632"/>
                </a:lnTo>
                <a:lnTo>
                  <a:pt x="4028380" y="3156326"/>
                </a:lnTo>
                <a:lnTo>
                  <a:pt x="3972569" y="3156326"/>
                </a:lnTo>
                <a:lnTo>
                  <a:pt x="3972569" y="2919690"/>
                </a:lnTo>
                <a:cubicBezTo>
                  <a:pt x="3972569" y="2873255"/>
                  <a:pt x="3958431" y="2841183"/>
                  <a:pt x="3930153" y="2823472"/>
                </a:cubicBezTo>
                <a:cubicBezTo>
                  <a:pt x="3901876" y="2805762"/>
                  <a:pt x="3870027" y="2796907"/>
                  <a:pt x="3834606" y="2796907"/>
                </a:cubicBezTo>
                <a:cubicBezTo>
                  <a:pt x="3785790" y="2796907"/>
                  <a:pt x="3737867" y="2816105"/>
                  <a:pt x="3690838" y="2854503"/>
                </a:cubicBezTo>
                <a:cubicBezTo>
                  <a:pt x="3661370" y="2816105"/>
                  <a:pt x="3621186" y="2796907"/>
                  <a:pt x="3570287" y="2796907"/>
                </a:cubicBezTo>
                <a:cubicBezTo>
                  <a:pt x="3520281" y="2796907"/>
                  <a:pt x="3470572" y="2816105"/>
                  <a:pt x="3421161" y="2854503"/>
                </a:cubicBezTo>
                <a:close/>
                <a:moveTo>
                  <a:pt x="8221910" y="2783065"/>
                </a:moveTo>
                <a:lnTo>
                  <a:pt x="8153151" y="2823695"/>
                </a:lnTo>
                <a:cubicBezTo>
                  <a:pt x="8107610" y="2798692"/>
                  <a:pt x="8064003" y="2786191"/>
                  <a:pt x="8022331" y="2786191"/>
                </a:cubicBezTo>
                <a:cubicBezTo>
                  <a:pt x="7972325" y="2786191"/>
                  <a:pt x="7931025" y="2799511"/>
                  <a:pt x="7898432" y="2826151"/>
                </a:cubicBezTo>
                <a:cubicBezTo>
                  <a:pt x="7865839" y="2852791"/>
                  <a:pt x="7849542" y="2886650"/>
                  <a:pt x="7849542" y="2927726"/>
                </a:cubicBezTo>
                <a:cubicBezTo>
                  <a:pt x="7849542" y="2958980"/>
                  <a:pt x="7864276" y="2987927"/>
                  <a:pt x="7893744" y="3014568"/>
                </a:cubicBezTo>
                <a:cubicBezTo>
                  <a:pt x="7923212" y="3041208"/>
                  <a:pt x="7974706" y="3067178"/>
                  <a:pt x="8048228" y="3092479"/>
                </a:cubicBezTo>
                <a:cubicBezTo>
                  <a:pt x="8062217" y="3096944"/>
                  <a:pt x="8071966" y="3101781"/>
                  <a:pt x="8077472" y="3106990"/>
                </a:cubicBezTo>
                <a:cubicBezTo>
                  <a:pt x="8082979" y="3112199"/>
                  <a:pt x="8085732" y="3118971"/>
                  <a:pt x="8085732" y="3127305"/>
                </a:cubicBezTo>
                <a:cubicBezTo>
                  <a:pt x="8085732" y="3147248"/>
                  <a:pt x="8072338" y="3157219"/>
                  <a:pt x="8045549" y="3157219"/>
                </a:cubicBezTo>
                <a:cubicBezTo>
                  <a:pt x="7996733" y="3157219"/>
                  <a:pt x="7955582" y="3144643"/>
                  <a:pt x="7922096" y="3119492"/>
                </a:cubicBezTo>
                <a:cubicBezTo>
                  <a:pt x="7888609" y="3094339"/>
                  <a:pt x="7869931" y="3060630"/>
                  <a:pt x="7866062" y="3018363"/>
                </a:cubicBezTo>
                <a:lnTo>
                  <a:pt x="7846863" y="3018363"/>
                </a:lnTo>
                <a:lnTo>
                  <a:pt x="7846863" y="3189366"/>
                </a:lnTo>
                <a:lnTo>
                  <a:pt x="7905353" y="3143378"/>
                </a:lnTo>
                <a:cubicBezTo>
                  <a:pt x="7950299" y="3172251"/>
                  <a:pt x="8003728" y="3186687"/>
                  <a:pt x="8065640" y="3186687"/>
                </a:cubicBezTo>
                <a:cubicBezTo>
                  <a:pt x="8119516" y="3186687"/>
                  <a:pt x="8162379" y="3174632"/>
                  <a:pt x="8194228" y="3150522"/>
                </a:cubicBezTo>
                <a:cubicBezTo>
                  <a:pt x="8226077" y="3126412"/>
                  <a:pt x="8242002" y="3094265"/>
                  <a:pt x="8242002" y="3054082"/>
                </a:cubicBezTo>
                <a:cubicBezTo>
                  <a:pt x="8242002" y="3036817"/>
                  <a:pt x="8238951" y="3020595"/>
                  <a:pt x="8232849" y="3005415"/>
                </a:cubicBezTo>
                <a:cubicBezTo>
                  <a:pt x="8226747" y="2990234"/>
                  <a:pt x="8218040" y="2977658"/>
                  <a:pt x="8206729" y="2967687"/>
                </a:cubicBezTo>
                <a:cubicBezTo>
                  <a:pt x="8195419" y="2957715"/>
                  <a:pt x="8179345" y="2946702"/>
                  <a:pt x="8158509" y="2934647"/>
                </a:cubicBezTo>
                <a:cubicBezTo>
                  <a:pt x="8137673" y="2922592"/>
                  <a:pt x="8099127" y="2902277"/>
                  <a:pt x="8042870" y="2873702"/>
                </a:cubicBezTo>
                <a:cubicBezTo>
                  <a:pt x="8029475" y="2867153"/>
                  <a:pt x="8019504" y="2861275"/>
                  <a:pt x="8012955" y="2856066"/>
                </a:cubicBezTo>
                <a:cubicBezTo>
                  <a:pt x="8006407" y="2850857"/>
                  <a:pt x="8003133" y="2844531"/>
                  <a:pt x="8003133" y="2837090"/>
                </a:cubicBezTo>
                <a:cubicBezTo>
                  <a:pt x="8003133" y="2830542"/>
                  <a:pt x="8006258" y="2825109"/>
                  <a:pt x="8012509" y="2820793"/>
                </a:cubicBezTo>
                <a:cubicBezTo>
                  <a:pt x="8018760" y="2816477"/>
                  <a:pt x="8026945" y="2814319"/>
                  <a:pt x="8037065" y="2814319"/>
                </a:cubicBezTo>
                <a:cubicBezTo>
                  <a:pt x="8071891" y="2814319"/>
                  <a:pt x="8106568" y="2824812"/>
                  <a:pt x="8141096" y="2845796"/>
                </a:cubicBezTo>
                <a:cubicBezTo>
                  <a:pt x="8175624" y="2866781"/>
                  <a:pt x="8196163" y="2900193"/>
                  <a:pt x="8202711" y="2946032"/>
                </a:cubicBezTo>
                <a:lnTo>
                  <a:pt x="8221910" y="2946032"/>
                </a:lnTo>
                <a:close/>
                <a:moveTo>
                  <a:pt x="7240835" y="2783065"/>
                </a:moveTo>
                <a:lnTo>
                  <a:pt x="7172076" y="2823695"/>
                </a:lnTo>
                <a:cubicBezTo>
                  <a:pt x="7126535" y="2798692"/>
                  <a:pt x="7082928" y="2786191"/>
                  <a:pt x="7041256" y="2786191"/>
                </a:cubicBezTo>
                <a:cubicBezTo>
                  <a:pt x="6991250" y="2786191"/>
                  <a:pt x="6949950" y="2799511"/>
                  <a:pt x="6917357" y="2826151"/>
                </a:cubicBezTo>
                <a:cubicBezTo>
                  <a:pt x="6884764" y="2852791"/>
                  <a:pt x="6868467" y="2886650"/>
                  <a:pt x="6868467" y="2927726"/>
                </a:cubicBezTo>
                <a:cubicBezTo>
                  <a:pt x="6868467" y="2958980"/>
                  <a:pt x="6883201" y="2987927"/>
                  <a:pt x="6912669" y="3014568"/>
                </a:cubicBezTo>
                <a:cubicBezTo>
                  <a:pt x="6942137" y="3041208"/>
                  <a:pt x="6993631" y="3067178"/>
                  <a:pt x="7067153" y="3092479"/>
                </a:cubicBezTo>
                <a:cubicBezTo>
                  <a:pt x="7081142" y="3096944"/>
                  <a:pt x="7090891" y="3101781"/>
                  <a:pt x="7096397" y="3106990"/>
                </a:cubicBezTo>
                <a:cubicBezTo>
                  <a:pt x="7101904" y="3112199"/>
                  <a:pt x="7104657" y="3118971"/>
                  <a:pt x="7104657" y="3127305"/>
                </a:cubicBezTo>
                <a:cubicBezTo>
                  <a:pt x="7104657" y="3147248"/>
                  <a:pt x="7091263" y="3157219"/>
                  <a:pt x="7064474" y="3157219"/>
                </a:cubicBezTo>
                <a:cubicBezTo>
                  <a:pt x="7015658" y="3157219"/>
                  <a:pt x="6974507" y="3144643"/>
                  <a:pt x="6941021" y="3119492"/>
                </a:cubicBezTo>
                <a:cubicBezTo>
                  <a:pt x="6907534" y="3094339"/>
                  <a:pt x="6888856" y="3060630"/>
                  <a:pt x="6884987" y="3018363"/>
                </a:cubicBezTo>
                <a:lnTo>
                  <a:pt x="6865788" y="3018363"/>
                </a:lnTo>
                <a:lnTo>
                  <a:pt x="6865788" y="3189366"/>
                </a:lnTo>
                <a:lnTo>
                  <a:pt x="6924278" y="3143378"/>
                </a:lnTo>
                <a:cubicBezTo>
                  <a:pt x="6969224" y="3172251"/>
                  <a:pt x="7022653" y="3186687"/>
                  <a:pt x="7084565" y="3186687"/>
                </a:cubicBezTo>
                <a:cubicBezTo>
                  <a:pt x="7138441" y="3186687"/>
                  <a:pt x="7181304" y="3174632"/>
                  <a:pt x="7213153" y="3150522"/>
                </a:cubicBezTo>
                <a:cubicBezTo>
                  <a:pt x="7245002" y="3126412"/>
                  <a:pt x="7260927" y="3094265"/>
                  <a:pt x="7260927" y="3054082"/>
                </a:cubicBezTo>
                <a:cubicBezTo>
                  <a:pt x="7260927" y="3036817"/>
                  <a:pt x="7257876" y="3020595"/>
                  <a:pt x="7251774" y="3005415"/>
                </a:cubicBezTo>
                <a:cubicBezTo>
                  <a:pt x="7245672" y="2990234"/>
                  <a:pt x="7236965" y="2977658"/>
                  <a:pt x="7225654" y="2967687"/>
                </a:cubicBezTo>
                <a:cubicBezTo>
                  <a:pt x="7214344" y="2957715"/>
                  <a:pt x="7198270" y="2946702"/>
                  <a:pt x="7177434" y="2934647"/>
                </a:cubicBezTo>
                <a:cubicBezTo>
                  <a:pt x="7156598" y="2922592"/>
                  <a:pt x="7118052" y="2902277"/>
                  <a:pt x="7061795" y="2873702"/>
                </a:cubicBezTo>
                <a:cubicBezTo>
                  <a:pt x="7048400" y="2867153"/>
                  <a:pt x="7038429" y="2861275"/>
                  <a:pt x="7031880" y="2856066"/>
                </a:cubicBezTo>
                <a:cubicBezTo>
                  <a:pt x="7025332" y="2850857"/>
                  <a:pt x="7022058" y="2844531"/>
                  <a:pt x="7022058" y="2837090"/>
                </a:cubicBezTo>
                <a:cubicBezTo>
                  <a:pt x="7022058" y="2830542"/>
                  <a:pt x="7025183" y="2825109"/>
                  <a:pt x="7031434" y="2820793"/>
                </a:cubicBezTo>
                <a:cubicBezTo>
                  <a:pt x="7037685" y="2816477"/>
                  <a:pt x="7045870" y="2814319"/>
                  <a:pt x="7055990" y="2814319"/>
                </a:cubicBezTo>
                <a:cubicBezTo>
                  <a:pt x="7090816" y="2814319"/>
                  <a:pt x="7125493" y="2824812"/>
                  <a:pt x="7160021" y="2845796"/>
                </a:cubicBezTo>
                <a:cubicBezTo>
                  <a:pt x="7194549" y="2866781"/>
                  <a:pt x="7215088" y="2900193"/>
                  <a:pt x="7221636" y="2946032"/>
                </a:cubicBezTo>
                <a:lnTo>
                  <a:pt x="7240835" y="2946032"/>
                </a:lnTo>
                <a:close/>
                <a:moveTo>
                  <a:pt x="8502897" y="2621438"/>
                </a:moveTo>
                <a:cubicBezTo>
                  <a:pt x="8493968" y="2658050"/>
                  <a:pt x="8466658" y="2696299"/>
                  <a:pt x="8420968" y="2736185"/>
                </a:cubicBezTo>
                <a:cubicBezTo>
                  <a:pt x="8375277" y="2776070"/>
                  <a:pt x="8326685" y="2798543"/>
                  <a:pt x="8275190" y="2803604"/>
                </a:cubicBezTo>
                <a:lnTo>
                  <a:pt x="8275190" y="2821463"/>
                </a:lnTo>
                <a:lnTo>
                  <a:pt x="8319839" y="2821463"/>
                </a:lnTo>
                <a:lnTo>
                  <a:pt x="8319839" y="3081317"/>
                </a:lnTo>
                <a:cubicBezTo>
                  <a:pt x="8319839" y="3146504"/>
                  <a:pt x="8361957" y="3179097"/>
                  <a:pt x="8446194" y="3179097"/>
                </a:cubicBezTo>
                <a:cubicBezTo>
                  <a:pt x="8484294" y="3179097"/>
                  <a:pt x="8516812" y="3170688"/>
                  <a:pt x="8543750" y="3153871"/>
                </a:cubicBezTo>
                <a:cubicBezTo>
                  <a:pt x="8570688" y="3137053"/>
                  <a:pt x="8593534" y="3100069"/>
                  <a:pt x="8612286" y="3042919"/>
                </a:cubicBezTo>
                <a:lnTo>
                  <a:pt x="8588622" y="3037562"/>
                </a:lnTo>
                <a:cubicBezTo>
                  <a:pt x="8571656" y="3088163"/>
                  <a:pt x="8554987" y="3113464"/>
                  <a:pt x="8538616" y="3113464"/>
                </a:cubicBezTo>
                <a:cubicBezTo>
                  <a:pt x="8532663" y="3113464"/>
                  <a:pt x="8528570" y="3110636"/>
                  <a:pt x="8526338" y="3104981"/>
                </a:cubicBezTo>
                <a:cubicBezTo>
                  <a:pt x="8524105" y="3099325"/>
                  <a:pt x="8522989" y="3085931"/>
                  <a:pt x="8522989" y="3064797"/>
                </a:cubicBezTo>
                <a:lnTo>
                  <a:pt x="8522989" y="2821463"/>
                </a:lnTo>
                <a:lnTo>
                  <a:pt x="8582372" y="2821463"/>
                </a:lnTo>
                <a:lnTo>
                  <a:pt x="8582372" y="2803604"/>
                </a:lnTo>
                <a:lnTo>
                  <a:pt x="8522989" y="2803604"/>
                </a:lnTo>
                <a:lnTo>
                  <a:pt x="8522989" y="2621438"/>
                </a:lnTo>
                <a:close/>
                <a:moveTo>
                  <a:pt x="5292972" y="2621438"/>
                </a:moveTo>
                <a:cubicBezTo>
                  <a:pt x="5284042" y="2658050"/>
                  <a:pt x="5256733" y="2696299"/>
                  <a:pt x="5211042" y="2736185"/>
                </a:cubicBezTo>
                <a:cubicBezTo>
                  <a:pt x="5165352" y="2776070"/>
                  <a:pt x="5116760" y="2798543"/>
                  <a:pt x="5065265" y="2803604"/>
                </a:cubicBezTo>
                <a:lnTo>
                  <a:pt x="5065265" y="2821463"/>
                </a:lnTo>
                <a:lnTo>
                  <a:pt x="5109914" y="2821463"/>
                </a:lnTo>
                <a:lnTo>
                  <a:pt x="5109914" y="3081317"/>
                </a:lnTo>
                <a:cubicBezTo>
                  <a:pt x="5109914" y="3146504"/>
                  <a:pt x="5152032" y="3179097"/>
                  <a:pt x="5236269" y="3179097"/>
                </a:cubicBezTo>
                <a:cubicBezTo>
                  <a:pt x="5274369" y="3179097"/>
                  <a:pt x="5306888" y="3170688"/>
                  <a:pt x="5333825" y="3153871"/>
                </a:cubicBezTo>
                <a:cubicBezTo>
                  <a:pt x="5360764" y="3137053"/>
                  <a:pt x="5383608" y="3100069"/>
                  <a:pt x="5402361" y="3042919"/>
                </a:cubicBezTo>
                <a:lnTo>
                  <a:pt x="5378697" y="3037562"/>
                </a:lnTo>
                <a:cubicBezTo>
                  <a:pt x="5361731" y="3088163"/>
                  <a:pt x="5345062" y="3113464"/>
                  <a:pt x="5328691" y="3113464"/>
                </a:cubicBezTo>
                <a:cubicBezTo>
                  <a:pt x="5322738" y="3113464"/>
                  <a:pt x="5318645" y="3110636"/>
                  <a:pt x="5316413" y="3104981"/>
                </a:cubicBezTo>
                <a:cubicBezTo>
                  <a:pt x="5314180" y="3099325"/>
                  <a:pt x="5313064" y="3085931"/>
                  <a:pt x="5313064" y="3064797"/>
                </a:cubicBezTo>
                <a:lnTo>
                  <a:pt x="5313064" y="2821463"/>
                </a:lnTo>
                <a:lnTo>
                  <a:pt x="5372446" y="2821463"/>
                </a:lnTo>
                <a:lnTo>
                  <a:pt x="5372446" y="2803604"/>
                </a:lnTo>
                <a:lnTo>
                  <a:pt x="5313064" y="2803604"/>
                </a:lnTo>
                <a:lnTo>
                  <a:pt x="5313064" y="2621438"/>
                </a:lnTo>
                <a:close/>
                <a:moveTo>
                  <a:pt x="6077594" y="2596881"/>
                </a:moveTo>
                <a:lnTo>
                  <a:pt x="6123136" y="2596881"/>
                </a:lnTo>
                <a:cubicBezTo>
                  <a:pt x="6154687" y="2596881"/>
                  <a:pt x="6173737" y="2602239"/>
                  <a:pt x="6180286" y="2612955"/>
                </a:cubicBezTo>
                <a:cubicBezTo>
                  <a:pt x="6186834" y="2623670"/>
                  <a:pt x="6190108" y="2646590"/>
                  <a:pt x="6190108" y="2681713"/>
                </a:cubicBezTo>
                <a:lnTo>
                  <a:pt x="6190108" y="3068369"/>
                </a:lnTo>
                <a:cubicBezTo>
                  <a:pt x="6190108" y="3103195"/>
                  <a:pt x="6184825" y="3126114"/>
                  <a:pt x="6174258" y="3137127"/>
                </a:cubicBezTo>
                <a:cubicBezTo>
                  <a:pt x="6163691" y="3148141"/>
                  <a:pt x="6143674" y="3153648"/>
                  <a:pt x="6114206" y="3153648"/>
                </a:cubicBezTo>
                <a:lnTo>
                  <a:pt x="6077594" y="3153648"/>
                </a:lnTo>
                <a:close/>
                <a:moveTo>
                  <a:pt x="5747643" y="2575897"/>
                </a:moveTo>
                <a:lnTo>
                  <a:pt x="5747643" y="2596881"/>
                </a:lnTo>
                <a:lnTo>
                  <a:pt x="5816847" y="2596881"/>
                </a:lnTo>
                <a:lnTo>
                  <a:pt x="5816847" y="3153648"/>
                </a:lnTo>
                <a:lnTo>
                  <a:pt x="5747643" y="3153648"/>
                </a:lnTo>
                <a:lnTo>
                  <a:pt x="5747643" y="3174632"/>
                </a:lnTo>
                <a:lnTo>
                  <a:pt x="6220916" y="3174632"/>
                </a:lnTo>
                <a:cubicBezTo>
                  <a:pt x="6301581" y="3174632"/>
                  <a:pt x="6364609" y="3142188"/>
                  <a:pt x="6410002" y="3077299"/>
                </a:cubicBezTo>
                <a:cubicBezTo>
                  <a:pt x="6455395" y="3012410"/>
                  <a:pt x="6478091" y="2943353"/>
                  <a:pt x="6478091" y="2870130"/>
                </a:cubicBezTo>
                <a:cubicBezTo>
                  <a:pt x="6478091" y="2801371"/>
                  <a:pt x="6456213" y="2735143"/>
                  <a:pt x="6412458" y="2671444"/>
                </a:cubicBezTo>
                <a:cubicBezTo>
                  <a:pt x="6368702" y="2607746"/>
                  <a:pt x="6298158" y="2575897"/>
                  <a:pt x="6200824" y="2575897"/>
                </a:cubicBezTo>
                <a:close/>
                <a:moveTo>
                  <a:pt x="6693594" y="2564734"/>
                </a:moveTo>
                <a:cubicBezTo>
                  <a:pt x="6659661" y="2564734"/>
                  <a:pt x="6630565" y="2573590"/>
                  <a:pt x="6606306" y="2591300"/>
                </a:cubicBezTo>
                <a:cubicBezTo>
                  <a:pt x="6582047" y="2609011"/>
                  <a:pt x="6569918" y="2630070"/>
                  <a:pt x="6569918" y="2654478"/>
                </a:cubicBezTo>
                <a:cubicBezTo>
                  <a:pt x="6569918" y="2673826"/>
                  <a:pt x="6577359" y="2689452"/>
                  <a:pt x="6592242" y="2701359"/>
                </a:cubicBezTo>
                <a:cubicBezTo>
                  <a:pt x="6607125" y="2713265"/>
                  <a:pt x="6626770" y="2719218"/>
                  <a:pt x="6651178" y="2719218"/>
                </a:cubicBezTo>
                <a:cubicBezTo>
                  <a:pt x="6683920" y="2719218"/>
                  <a:pt x="6712570" y="2710586"/>
                  <a:pt x="6737126" y="2693322"/>
                </a:cubicBezTo>
                <a:cubicBezTo>
                  <a:pt x="6761683" y="2676058"/>
                  <a:pt x="6773961" y="2656413"/>
                  <a:pt x="6773961" y="2634386"/>
                </a:cubicBezTo>
                <a:cubicBezTo>
                  <a:pt x="6773961" y="2612657"/>
                  <a:pt x="6766817" y="2595616"/>
                  <a:pt x="6752530" y="2583264"/>
                </a:cubicBezTo>
                <a:cubicBezTo>
                  <a:pt x="6738242" y="2570911"/>
                  <a:pt x="6718597" y="2564734"/>
                  <a:pt x="6693594" y="2564734"/>
                </a:cubicBezTo>
                <a:close/>
                <a:moveTo>
                  <a:pt x="3115022" y="2545536"/>
                </a:moveTo>
                <a:lnTo>
                  <a:pt x="3032869" y="2607597"/>
                </a:lnTo>
                <a:cubicBezTo>
                  <a:pt x="2998638" y="2586166"/>
                  <a:pt x="2969021" y="2572771"/>
                  <a:pt x="2944018" y="2567413"/>
                </a:cubicBezTo>
                <a:cubicBezTo>
                  <a:pt x="2919015" y="2562056"/>
                  <a:pt x="2895649" y="2559377"/>
                  <a:pt x="2873920" y="2559377"/>
                </a:cubicBezTo>
                <a:cubicBezTo>
                  <a:pt x="2808436" y="2559377"/>
                  <a:pt x="2753816" y="2579245"/>
                  <a:pt x="2710061" y="2618982"/>
                </a:cubicBezTo>
                <a:cubicBezTo>
                  <a:pt x="2666305" y="2658719"/>
                  <a:pt x="2644427" y="2708354"/>
                  <a:pt x="2644427" y="2767885"/>
                </a:cubicBezTo>
                <a:cubicBezTo>
                  <a:pt x="2644427" y="2850336"/>
                  <a:pt x="2700387" y="2921029"/>
                  <a:pt x="2812305" y="2979965"/>
                </a:cubicBezTo>
                <a:cubicBezTo>
                  <a:pt x="2860823" y="3005266"/>
                  <a:pt x="2891780" y="3022307"/>
                  <a:pt x="2905174" y="3031088"/>
                </a:cubicBezTo>
                <a:cubicBezTo>
                  <a:pt x="2918569" y="3039869"/>
                  <a:pt x="2929210" y="3049542"/>
                  <a:pt x="2937098" y="3060109"/>
                </a:cubicBezTo>
                <a:cubicBezTo>
                  <a:pt x="2944986" y="3070676"/>
                  <a:pt x="2948929" y="3082061"/>
                  <a:pt x="2948929" y="3094265"/>
                </a:cubicBezTo>
                <a:cubicBezTo>
                  <a:pt x="2948929" y="3115101"/>
                  <a:pt x="2939330" y="3131993"/>
                  <a:pt x="2920131" y="3144941"/>
                </a:cubicBezTo>
                <a:cubicBezTo>
                  <a:pt x="2900933" y="3157889"/>
                  <a:pt x="2875706" y="3164363"/>
                  <a:pt x="2844452" y="3164363"/>
                </a:cubicBezTo>
                <a:cubicBezTo>
                  <a:pt x="2809924" y="3164363"/>
                  <a:pt x="2776066" y="3153127"/>
                  <a:pt x="2742877" y="3130653"/>
                </a:cubicBezTo>
                <a:cubicBezTo>
                  <a:pt x="2709688" y="3108180"/>
                  <a:pt x="2685281" y="3082731"/>
                  <a:pt x="2669654" y="3054305"/>
                </a:cubicBezTo>
                <a:cubicBezTo>
                  <a:pt x="2654027" y="3025878"/>
                  <a:pt x="2646213" y="2990978"/>
                  <a:pt x="2646213" y="2949604"/>
                </a:cubicBezTo>
                <a:lnTo>
                  <a:pt x="2646213" y="2946925"/>
                </a:lnTo>
                <a:lnTo>
                  <a:pt x="2623442" y="2946925"/>
                </a:lnTo>
                <a:lnTo>
                  <a:pt x="2623442" y="3199189"/>
                </a:lnTo>
                <a:lnTo>
                  <a:pt x="2703809" y="3136235"/>
                </a:lnTo>
                <a:cubicBezTo>
                  <a:pt x="2752625" y="3174037"/>
                  <a:pt x="2805013" y="3192938"/>
                  <a:pt x="2860972" y="3192938"/>
                </a:cubicBezTo>
                <a:cubicBezTo>
                  <a:pt x="2896989" y="3192938"/>
                  <a:pt x="2937247" y="3185571"/>
                  <a:pt x="2981746" y="3170837"/>
                </a:cubicBezTo>
                <a:cubicBezTo>
                  <a:pt x="3026246" y="3156103"/>
                  <a:pt x="3061444" y="3132514"/>
                  <a:pt x="3087340" y="3100069"/>
                </a:cubicBezTo>
                <a:cubicBezTo>
                  <a:pt x="3113236" y="3067625"/>
                  <a:pt x="3126184" y="3026995"/>
                  <a:pt x="3126184" y="2978179"/>
                </a:cubicBezTo>
                <a:cubicBezTo>
                  <a:pt x="3126184" y="2946330"/>
                  <a:pt x="3120678" y="2918350"/>
                  <a:pt x="3109664" y="2894240"/>
                </a:cubicBezTo>
                <a:cubicBezTo>
                  <a:pt x="3098651" y="2870130"/>
                  <a:pt x="3078931" y="2847359"/>
                  <a:pt x="3050505" y="2825928"/>
                </a:cubicBezTo>
                <a:cubicBezTo>
                  <a:pt x="3022079" y="2804497"/>
                  <a:pt x="2963664" y="2769225"/>
                  <a:pt x="2875260" y="2720111"/>
                </a:cubicBezTo>
                <a:cubicBezTo>
                  <a:pt x="2850256" y="2706419"/>
                  <a:pt x="2833365" y="2694810"/>
                  <a:pt x="2824584" y="2685285"/>
                </a:cubicBezTo>
                <a:cubicBezTo>
                  <a:pt x="2815803" y="2675760"/>
                  <a:pt x="2811413" y="2663556"/>
                  <a:pt x="2811413" y="2648674"/>
                </a:cubicBezTo>
                <a:cubicBezTo>
                  <a:pt x="2811413" y="2629326"/>
                  <a:pt x="2818333" y="2613550"/>
                  <a:pt x="2832174" y="2601346"/>
                </a:cubicBezTo>
                <a:cubicBezTo>
                  <a:pt x="2846015" y="2589142"/>
                  <a:pt x="2864098" y="2583040"/>
                  <a:pt x="2886422" y="2583040"/>
                </a:cubicBezTo>
                <a:cubicBezTo>
                  <a:pt x="2933452" y="2583040"/>
                  <a:pt x="2979439" y="2598965"/>
                  <a:pt x="3024385" y="2630814"/>
                </a:cubicBezTo>
                <a:cubicBezTo>
                  <a:pt x="3069332" y="2662663"/>
                  <a:pt x="3092251" y="2708056"/>
                  <a:pt x="3093144" y="2766992"/>
                </a:cubicBezTo>
                <a:lnTo>
                  <a:pt x="3115022" y="276699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1649"/>
                </a:lnTo>
                <a:lnTo>
                  <a:pt x="0" y="68516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dist="50800" dir="2700000" algn="tl" rotWithShape="0">
              <a:prstClr val="black">
                <a:alpha val="46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2118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6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997240" y="0"/>
            <a:ext cx="2626242" cy="6858001"/>
            <a:chOff x="9951331" y="0"/>
            <a:chExt cx="2626242" cy="6858001"/>
          </a:xfrm>
        </p:grpSpPr>
        <p:sp>
          <p:nvSpPr>
            <p:cNvPr id="28" name="Freeform 27"/>
            <p:cNvSpPr/>
            <p:nvPr/>
          </p:nvSpPr>
          <p:spPr>
            <a:xfrm rot="5400000">
              <a:off x="7838245" y="2118673"/>
              <a:ext cx="6858001" cy="2620655"/>
            </a:xfrm>
            <a:custGeom>
              <a:avLst/>
              <a:gdLst>
                <a:gd name="connsiteX0" fmla="*/ 0 w 6858001"/>
                <a:gd name="connsiteY0" fmla="*/ 2620655 h 2620655"/>
                <a:gd name="connsiteX1" fmla="*/ 0 w 6858001"/>
                <a:gd name="connsiteY1" fmla="*/ 385573 h 2620655"/>
                <a:gd name="connsiteX2" fmla="*/ 866272 w 6858001"/>
                <a:gd name="connsiteY2" fmla="*/ 385573 h 2620655"/>
                <a:gd name="connsiteX3" fmla="*/ 1195135 w 6858001"/>
                <a:gd name="connsiteY3" fmla="*/ 0 h 2620655"/>
                <a:gd name="connsiteX4" fmla="*/ 1523998 w 6858001"/>
                <a:gd name="connsiteY4" fmla="*/ 385573 h 2620655"/>
                <a:gd name="connsiteX5" fmla="*/ 6858001 w 6858001"/>
                <a:gd name="connsiteY5" fmla="*/ 385573 h 2620655"/>
                <a:gd name="connsiteX6" fmla="*/ 6858001 w 6858001"/>
                <a:gd name="connsiteY6" fmla="*/ 2620655 h 262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1" h="2620655">
                  <a:moveTo>
                    <a:pt x="0" y="2620655"/>
                  </a:moveTo>
                  <a:lnTo>
                    <a:pt x="0" y="385573"/>
                  </a:lnTo>
                  <a:lnTo>
                    <a:pt x="866272" y="385573"/>
                  </a:lnTo>
                  <a:lnTo>
                    <a:pt x="1195135" y="0"/>
                  </a:lnTo>
                  <a:lnTo>
                    <a:pt x="1523998" y="385573"/>
                  </a:lnTo>
                  <a:lnTo>
                    <a:pt x="6858001" y="385573"/>
                  </a:lnTo>
                  <a:lnTo>
                    <a:pt x="6858001" y="262065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862902" y="492299"/>
              <a:ext cx="808686" cy="138406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600" dirty="0">
                  <a:latin typeface="Arial Rounded MT Bold" panose="020F0704030504030204" pitchFamily="34" charset="0"/>
                </a:rPr>
                <a:t>E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951331" y="2291722"/>
              <a:ext cx="224066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Scalable for floods, </a:t>
              </a:r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landslides</a:t>
              </a:r>
              <a:r>
                <a:rPr lang="en-US" b="1" dirty="0">
                  <a:solidFill>
                    <a:schemeClr val="bg1"/>
                  </a:solidFill>
                </a:rPr>
                <a:t>, earthquakes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13742" y="-3980"/>
            <a:ext cx="2887567" cy="6858000"/>
            <a:chOff x="7464426" y="0"/>
            <a:chExt cx="2887567" cy="6858000"/>
          </a:xfrm>
        </p:grpSpPr>
        <p:sp>
          <p:nvSpPr>
            <p:cNvPr id="27" name="Freeform 26"/>
            <p:cNvSpPr/>
            <p:nvPr/>
          </p:nvSpPr>
          <p:spPr>
            <a:xfrm rot="5400000">
              <a:off x="5482003" y="1988009"/>
              <a:ext cx="6858000" cy="2881981"/>
            </a:xfrm>
            <a:custGeom>
              <a:avLst/>
              <a:gdLst>
                <a:gd name="connsiteX0" fmla="*/ 938459 w 6858000"/>
                <a:gd name="connsiteY0" fmla="*/ 385570 h 2881981"/>
                <a:gd name="connsiteX1" fmla="*/ 1267322 w 6858000"/>
                <a:gd name="connsiteY1" fmla="*/ 0 h 2881981"/>
                <a:gd name="connsiteX2" fmla="*/ 1596185 w 6858000"/>
                <a:gd name="connsiteY2" fmla="*/ 385570 h 2881981"/>
                <a:gd name="connsiteX3" fmla="*/ 0 w 6858000"/>
                <a:gd name="connsiteY3" fmla="*/ 2881981 h 2881981"/>
                <a:gd name="connsiteX4" fmla="*/ 0 w 6858000"/>
                <a:gd name="connsiteY4" fmla="*/ 392751 h 2881981"/>
                <a:gd name="connsiteX5" fmla="*/ 6858000 w 6858000"/>
                <a:gd name="connsiteY5" fmla="*/ 392751 h 2881981"/>
                <a:gd name="connsiteX6" fmla="*/ 6857999 w 6858000"/>
                <a:gd name="connsiteY6" fmla="*/ 2881981 h 288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81981">
                  <a:moveTo>
                    <a:pt x="938459" y="385570"/>
                  </a:moveTo>
                  <a:lnTo>
                    <a:pt x="1267322" y="0"/>
                  </a:lnTo>
                  <a:lnTo>
                    <a:pt x="1596185" y="385570"/>
                  </a:lnTo>
                  <a:close/>
                  <a:moveTo>
                    <a:pt x="0" y="2881981"/>
                  </a:moveTo>
                  <a:lnTo>
                    <a:pt x="0" y="392751"/>
                  </a:lnTo>
                  <a:lnTo>
                    <a:pt x="6858000" y="392751"/>
                  </a:lnTo>
                  <a:lnTo>
                    <a:pt x="6857999" y="288198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55317" y="495071"/>
              <a:ext cx="808686" cy="138406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600" dirty="0">
                  <a:latin typeface="Arial Rounded MT Bold" panose="020F0704030504030204" pitchFamily="34" charset="0"/>
                </a:rPr>
                <a:t>D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464426" y="2401669"/>
              <a:ext cx="24869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/>
                <a:t> </a:t>
              </a:r>
              <a:r>
                <a:rPr lang="en-IN" b="1" dirty="0">
                  <a:solidFill>
                    <a:schemeClr val="bg1"/>
                  </a:solidFill>
                </a:rPr>
                <a:t>Improved coordination &amp; rescue efficiency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76001" y="-4"/>
            <a:ext cx="2865950" cy="6858000"/>
            <a:chOff x="4829687" y="1"/>
            <a:chExt cx="2865950" cy="6858000"/>
          </a:xfrm>
        </p:grpSpPr>
        <p:sp>
          <p:nvSpPr>
            <p:cNvPr id="26" name="Freeform 25"/>
            <p:cNvSpPr/>
            <p:nvPr/>
          </p:nvSpPr>
          <p:spPr>
            <a:xfrm rot="5400000">
              <a:off x="2833662" y="1996026"/>
              <a:ext cx="6858000" cy="2865950"/>
            </a:xfrm>
            <a:custGeom>
              <a:avLst/>
              <a:gdLst>
                <a:gd name="connsiteX0" fmla="*/ 0 w 6858000"/>
                <a:gd name="connsiteY0" fmla="*/ 2865950 h 2865950"/>
                <a:gd name="connsiteX1" fmla="*/ 0 w 6858000"/>
                <a:gd name="connsiteY1" fmla="*/ 376720 h 2865950"/>
                <a:gd name="connsiteX2" fmla="*/ 946008 w 6858000"/>
                <a:gd name="connsiteY2" fmla="*/ 376720 h 2865950"/>
                <a:gd name="connsiteX3" fmla="*/ 1267321 w 6858000"/>
                <a:gd name="connsiteY3" fmla="*/ 0 h 2865950"/>
                <a:gd name="connsiteX4" fmla="*/ 1588634 w 6858000"/>
                <a:gd name="connsiteY4" fmla="*/ 376720 h 2865950"/>
                <a:gd name="connsiteX5" fmla="*/ 6858000 w 6858000"/>
                <a:gd name="connsiteY5" fmla="*/ 376720 h 2865950"/>
                <a:gd name="connsiteX6" fmla="*/ 6858000 w 6858000"/>
                <a:gd name="connsiteY6" fmla="*/ 2865950 h 286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65950">
                  <a:moveTo>
                    <a:pt x="0" y="2865950"/>
                  </a:moveTo>
                  <a:lnTo>
                    <a:pt x="0" y="376720"/>
                  </a:lnTo>
                  <a:lnTo>
                    <a:pt x="946008" y="376720"/>
                  </a:lnTo>
                  <a:lnTo>
                    <a:pt x="1267321" y="0"/>
                  </a:lnTo>
                  <a:lnTo>
                    <a:pt x="1588634" y="376720"/>
                  </a:lnTo>
                  <a:lnTo>
                    <a:pt x="6858000" y="376720"/>
                  </a:lnTo>
                  <a:lnTo>
                    <a:pt x="6858000" y="286595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858319" y="492299"/>
              <a:ext cx="808686" cy="138406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600" dirty="0">
                  <a:latin typeface="Arial Rounded MT Bold" panose="020F0704030504030204" pitchFamily="34" charset="0"/>
                </a:rPr>
                <a:t>C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932728" y="2446846"/>
              <a:ext cx="22298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Safe routes &amp; shelters displayed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97938" y="-2"/>
            <a:ext cx="2871535" cy="6858001"/>
            <a:chOff x="2485969" y="0"/>
            <a:chExt cx="2871535" cy="6858001"/>
          </a:xfrm>
        </p:grpSpPr>
        <p:sp>
          <p:nvSpPr>
            <p:cNvPr id="25" name="Freeform 24"/>
            <p:cNvSpPr/>
            <p:nvPr/>
          </p:nvSpPr>
          <p:spPr>
            <a:xfrm rot="5400000">
              <a:off x="492736" y="1993233"/>
              <a:ext cx="6858001" cy="2871535"/>
            </a:xfrm>
            <a:custGeom>
              <a:avLst/>
              <a:gdLst>
                <a:gd name="connsiteX0" fmla="*/ 0 w 6858001"/>
                <a:gd name="connsiteY0" fmla="*/ 2871535 h 2871535"/>
                <a:gd name="connsiteX1" fmla="*/ 0 w 6858001"/>
                <a:gd name="connsiteY1" fmla="*/ 382305 h 2871535"/>
                <a:gd name="connsiteX2" fmla="*/ 869058 w 6858001"/>
                <a:gd name="connsiteY2" fmla="*/ 382305 h 2871535"/>
                <a:gd name="connsiteX3" fmla="*/ 1195135 w 6858001"/>
                <a:gd name="connsiteY3" fmla="*/ 0 h 2871535"/>
                <a:gd name="connsiteX4" fmla="*/ 1521212 w 6858001"/>
                <a:gd name="connsiteY4" fmla="*/ 382305 h 2871535"/>
                <a:gd name="connsiteX5" fmla="*/ 6858001 w 6858001"/>
                <a:gd name="connsiteY5" fmla="*/ 382305 h 2871535"/>
                <a:gd name="connsiteX6" fmla="*/ 6858001 w 6858001"/>
                <a:gd name="connsiteY6" fmla="*/ 2871535 h 2871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1" h="2871535">
                  <a:moveTo>
                    <a:pt x="0" y="2871535"/>
                  </a:moveTo>
                  <a:lnTo>
                    <a:pt x="0" y="382305"/>
                  </a:lnTo>
                  <a:lnTo>
                    <a:pt x="869058" y="382305"/>
                  </a:lnTo>
                  <a:lnTo>
                    <a:pt x="1195135" y="0"/>
                  </a:lnTo>
                  <a:lnTo>
                    <a:pt x="1521212" y="382305"/>
                  </a:lnTo>
                  <a:lnTo>
                    <a:pt x="6858001" y="382305"/>
                  </a:lnTo>
                  <a:lnTo>
                    <a:pt x="6858001" y="2871535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372444" y="492299"/>
              <a:ext cx="808686" cy="138406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600" dirty="0">
                  <a:latin typeface="Arial Rounded MT Bold" panose="020F0704030504030204" pitchFamily="34" charset="0"/>
                </a:rPr>
                <a:t>B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523100" y="2291722"/>
              <a:ext cx="221999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Real-time monitoring for authorities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0" y="1"/>
            <a:ext cx="2871536" cy="6858000"/>
            <a:chOff x="0" y="1"/>
            <a:chExt cx="2871536" cy="6858000"/>
          </a:xfrm>
        </p:grpSpPr>
        <p:sp>
          <p:nvSpPr>
            <p:cNvPr id="14" name="Freeform 13"/>
            <p:cNvSpPr/>
            <p:nvPr/>
          </p:nvSpPr>
          <p:spPr>
            <a:xfrm rot="5400000">
              <a:off x="-1993232" y="1993233"/>
              <a:ext cx="6858000" cy="2871536"/>
            </a:xfrm>
            <a:custGeom>
              <a:avLst/>
              <a:gdLst>
                <a:gd name="connsiteX0" fmla="*/ 0 w 6858000"/>
                <a:gd name="connsiteY0" fmla="*/ 2871536 h 2871536"/>
                <a:gd name="connsiteX1" fmla="*/ 0 w 6858000"/>
                <a:gd name="connsiteY1" fmla="*/ 382307 h 2871536"/>
                <a:gd name="connsiteX2" fmla="*/ 869056 w 6858000"/>
                <a:gd name="connsiteY2" fmla="*/ 382307 h 2871536"/>
                <a:gd name="connsiteX3" fmla="*/ 1195135 w 6858000"/>
                <a:gd name="connsiteY3" fmla="*/ 0 h 2871536"/>
                <a:gd name="connsiteX4" fmla="*/ 1521214 w 6858000"/>
                <a:gd name="connsiteY4" fmla="*/ 382307 h 2871536"/>
                <a:gd name="connsiteX5" fmla="*/ 6858000 w 6858000"/>
                <a:gd name="connsiteY5" fmla="*/ 382307 h 2871536"/>
                <a:gd name="connsiteX6" fmla="*/ 6858000 w 6858000"/>
                <a:gd name="connsiteY6" fmla="*/ 2871536 h 287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71536">
                  <a:moveTo>
                    <a:pt x="0" y="2871536"/>
                  </a:moveTo>
                  <a:lnTo>
                    <a:pt x="0" y="382307"/>
                  </a:lnTo>
                  <a:lnTo>
                    <a:pt x="869056" y="382307"/>
                  </a:lnTo>
                  <a:lnTo>
                    <a:pt x="1195135" y="0"/>
                  </a:lnTo>
                  <a:lnTo>
                    <a:pt x="1521214" y="382307"/>
                  </a:lnTo>
                  <a:lnTo>
                    <a:pt x="6858000" y="382307"/>
                  </a:lnTo>
                  <a:lnTo>
                    <a:pt x="6858000" y="28715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69699" y="504307"/>
              <a:ext cx="740986" cy="13840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600" dirty="0">
                  <a:latin typeface="Arial Rounded MT Bold" panose="020F0704030504030204" pitchFamily="34" charset="0"/>
                </a:rPr>
                <a:t>A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60390" y="2342147"/>
              <a:ext cx="1714671" cy="705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80662" y="2408380"/>
              <a:ext cx="224663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Timely disaster alerts</a:t>
              </a:r>
            </a:p>
            <a:p>
              <a:endParaRPr lang="en-IN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060133" y="1876366"/>
            <a:ext cx="6195060" cy="4708981"/>
          </a:xfrm>
          <a:prstGeom prst="rect">
            <a:avLst/>
          </a:prstGeom>
          <a:noFill/>
          <a:effectLst>
            <a:outerShdw blurRad="279400" dist="101600" dir="16200000" algn="ctr" rotWithShape="0">
              <a:srgbClr val="000000">
                <a:alpha val="37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5000" dirty="0">
                <a:effectLst>
                  <a:outerShdw blurRad="88900" dist="38100" dir="2700000" algn="tl" rotWithShape="0">
                    <a:prstClr val="black">
                      <a:alpha val="29000"/>
                    </a:prstClr>
                  </a:outerShdw>
                </a:effectLst>
                <a:latin typeface="Felix Titling" panose="04060505060202020A04" pitchFamily="82" charset="0"/>
              </a:rPr>
              <a:t>Five</a:t>
            </a:r>
          </a:p>
          <a:p>
            <a:pPr algn="ctr"/>
            <a:r>
              <a:rPr lang="en-IN" sz="15000" dirty="0">
                <a:effectLst>
                  <a:outerShdw blurRad="88900" dist="38100" dir="2700000" algn="tl" rotWithShape="0">
                    <a:prstClr val="black">
                      <a:alpha val="29000"/>
                    </a:prstClr>
                  </a:outerShdw>
                </a:effectLst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0348" y="3451858"/>
            <a:ext cx="6468520" cy="2369880"/>
          </a:xfrm>
          <a:prstGeom prst="rect">
            <a:avLst/>
          </a:prstGeom>
          <a:noFill/>
          <a:effectLst>
            <a:outerShdw blurRad="279400" dist="38100" dir="16200000" rotWithShape="0">
              <a:prstClr val="black">
                <a:alpha val="37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omic Sans MS" panose="030F0702030302020204" pitchFamily="66" charset="0"/>
              </a:rPr>
              <a:t>Expected Outcomes</a:t>
            </a:r>
          </a:p>
          <a:p>
            <a:pPr algn="ctr"/>
            <a:endParaRPr lang="en-IN" sz="5400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Felix Titling" panose="04060505060202020A04" pitchFamily="82" charset="0"/>
            </a:endParaRPr>
          </a:p>
          <a:p>
            <a:pPr algn="ctr"/>
            <a:r>
              <a:rPr lang="en-IN" sz="5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Arial Rounded MT Bold" panose="020F07040305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5111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9951331" y="0"/>
            <a:ext cx="2630994" cy="6858001"/>
            <a:chOff x="9951331" y="0"/>
            <a:chExt cx="2630994" cy="6858001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8" name="Freeform 27"/>
            <p:cNvSpPr/>
            <p:nvPr/>
          </p:nvSpPr>
          <p:spPr>
            <a:xfrm rot="5400000">
              <a:off x="7842997" y="2118673"/>
              <a:ext cx="6858001" cy="2620655"/>
            </a:xfrm>
            <a:custGeom>
              <a:avLst/>
              <a:gdLst>
                <a:gd name="connsiteX0" fmla="*/ 0 w 6858001"/>
                <a:gd name="connsiteY0" fmla="*/ 2620655 h 2620655"/>
                <a:gd name="connsiteX1" fmla="*/ 0 w 6858001"/>
                <a:gd name="connsiteY1" fmla="*/ 385573 h 2620655"/>
                <a:gd name="connsiteX2" fmla="*/ 866272 w 6858001"/>
                <a:gd name="connsiteY2" fmla="*/ 385573 h 2620655"/>
                <a:gd name="connsiteX3" fmla="*/ 1195135 w 6858001"/>
                <a:gd name="connsiteY3" fmla="*/ 0 h 2620655"/>
                <a:gd name="connsiteX4" fmla="*/ 1523998 w 6858001"/>
                <a:gd name="connsiteY4" fmla="*/ 385573 h 2620655"/>
                <a:gd name="connsiteX5" fmla="*/ 6858001 w 6858001"/>
                <a:gd name="connsiteY5" fmla="*/ 385573 h 2620655"/>
                <a:gd name="connsiteX6" fmla="*/ 6858001 w 6858001"/>
                <a:gd name="connsiteY6" fmla="*/ 2620655 h 262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1" h="2620655">
                  <a:moveTo>
                    <a:pt x="0" y="2620655"/>
                  </a:moveTo>
                  <a:lnTo>
                    <a:pt x="0" y="385573"/>
                  </a:lnTo>
                  <a:lnTo>
                    <a:pt x="866272" y="385573"/>
                  </a:lnTo>
                  <a:lnTo>
                    <a:pt x="1195135" y="0"/>
                  </a:lnTo>
                  <a:lnTo>
                    <a:pt x="1523998" y="385573"/>
                  </a:lnTo>
                  <a:lnTo>
                    <a:pt x="6858001" y="385573"/>
                  </a:lnTo>
                  <a:lnTo>
                    <a:pt x="6858001" y="2620655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862902" y="492299"/>
              <a:ext cx="808686" cy="13840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600" dirty="0">
                  <a:latin typeface="Arial Rounded MT Bold" panose="020F0704030504030204" pitchFamily="34" charset="0"/>
                </a:rPr>
                <a:t>E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951331" y="2291722"/>
              <a:ext cx="2240669" cy="9233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Scalable for floods, </a:t>
              </a:r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landslides</a:t>
              </a:r>
              <a:r>
                <a:rPr lang="en-US" b="1" dirty="0">
                  <a:solidFill>
                    <a:schemeClr val="bg1"/>
                  </a:solidFill>
                </a:rPr>
                <a:t>, earthquakes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180662" y="-1707312"/>
            <a:ext cx="112097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/>
              <a:t>Expected Outcomes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464426" y="0"/>
            <a:ext cx="2887567" cy="6858000"/>
            <a:chOff x="7464426" y="0"/>
            <a:chExt cx="2887567" cy="6858000"/>
          </a:xfrm>
        </p:grpSpPr>
        <p:sp>
          <p:nvSpPr>
            <p:cNvPr id="27" name="Freeform 26"/>
            <p:cNvSpPr/>
            <p:nvPr/>
          </p:nvSpPr>
          <p:spPr>
            <a:xfrm rot="5400000">
              <a:off x="5482003" y="1988009"/>
              <a:ext cx="6858000" cy="2881981"/>
            </a:xfrm>
            <a:custGeom>
              <a:avLst/>
              <a:gdLst>
                <a:gd name="connsiteX0" fmla="*/ 938459 w 6858000"/>
                <a:gd name="connsiteY0" fmla="*/ 385570 h 2881981"/>
                <a:gd name="connsiteX1" fmla="*/ 1267322 w 6858000"/>
                <a:gd name="connsiteY1" fmla="*/ 0 h 2881981"/>
                <a:gd name="connsiteX2" fmla="*/ 1596185 w 6858000"/>
                <a:gd name="connsiteY2" fmla="*/ 385570 h 2881981"/>
                <a:gd name="connsiteX3" fmla="*/ 0 w 6858000"/>
                <a:gd name="connsiteY3" fmla="*/ 2881981 h 2881981"/>
                <a:gd name="connsiteX4" fmla="*/ 0 w 6858000"/>
                <a:gd name="connsiteY4" fmla="*/ 392751 h 2881981"/>
                <a:gd name="connsiteX5" fmla="*/ 6858000 w 6858000"/>
                <a:gd name="connsiteY5" fmla="*/ 392751 h 2881981"/>
                <a:gd name="connsiteX6" fmla="*/ 6857999 w 6858000"/>
                <a:gd name="connsiteY6" fmla="*/ 2881981 h 288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81981">
                  <a:moveTo>
                    <a:pt x="938459" y="385570"/>
                  </a:moveTo>
                  <a:lnTo>
                    <a:pt x="1267322" y="0"/>
                  </a:lnTo>
                  <a:lnTo>
                    <a:pt x="1596185" y="385570"/>
                  </a:lnTo>
                  <a:close/>
                  <a:moveTo>
                    <a:pt x="0" y="2881981"/>
                  </a:moveTo>
                  <a:lnTo>
                    <a:pt x="0" y="392751"/>
                  </a:lnTo>
                  <a:lnTo>
                    <a:pt x="6858000" y="392751"/>
                  </a:lnTo>
                  <a:lnTo>
                    <a:pt x="6857999" y="288198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55317" y="495071"/>
              <a:ext cx="808686" cy="138406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600" dirty="0">
                  <a:latin typeface="Arial Rounded MT Bold" panose="020F0704030504030204" pitchFamily="34" charset="0"/>
                </a:rPr>
                <a:t>D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464426" y="2401669"/>
              <a:ext cx="24869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/>
                <a:t> </a:t>
              </a:r>
              <a:r>
                <a:rPr lang="en-IN" b="1" dirty="0">
                  <a:solidFill>
                    <a:schemeClr val="bg1"/>
                  </a:solidFill>
                </a:rPr>
                <a:t>Improved coordination &amp; rescue efficiency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978458" y="1"/>
            <a:ext cx="2865950" cy="6858000"/>
            <a:chOff x="4978458" y="1"/>
            <a:chExt cx="2865950" cy="6858000"/>
          </a:xfrm>
        </p:grpSpPr>
        <p:sp>
          <p:nvSpPr>
            <p:cNvPr id="26" name="Freeform 25"/>
            <p:cNvSpPr/>
            <p:nvPr/>
          </p:nvSpPr>
          <p:spPr>
            <a:xfrm rot="5400000">
              <a:off x="2982433" y="1996026"/>
              <a:ext cx="6858000" cy="2865950"/>
            </a:xfrm>
            <a:custGeom>
              <a:avLst/>
              <a:gdLst>
                <a:gd name="connsiteX0" fmla="*/ 0 w 6858000"/>
                <a:gd name="connsiteY0" fmla="*/ 2865950 h 2865950"/>
                <a:gd name="connsiteX1" fmla="*/ 0 w 6858000"/>
                <a:gd name="connsiteY1" fmla="*/ 376720 h 2865950"/>
                <a:gd name="connsiteX2" fmla="*/ 946008 w 6858000"/>
                <a:gd name="connsiteY2" fmla="*/ 376720 h 2865950"/>
                <a:gd name="connsiteX3" fmla="*/ 1267321 w 6858000"/>
                <a:gd name="connsiteY3" fmla="*/ 0 h 2865950"/>
                <a:gd name="connsiteX4" fmla="*/ 1588634 w 6858000"/>
                <a:gd name="connsiteY4" fmla="*/ 376720 h 2865950"/>
                <a:gd name="connsiteX5" fmla="*/ 6858000 w 6858000"/>
                <a:gd name="connsiteY5" fmla="*/ 376720 h 2865950"/>
                <a:gd name="connsiteX6" fmla="*/ 6858000 w 6858000"/>
                <a:gd name="connsiteY6" fmla="*/ 2865950 h 286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65950">
                  <a:moveTo>
                    <a:pt x="0" y="2865950"/>
                  </a:moveTo>
                  <a:lnTo>
                    <a:pt x="0" y="376720"/>
                  </a:lnTo>
                  <a:lnTo>
                    <a:pt x="946008" y="376720"/>
                  </a:lnTo>
                  <a:lnTo>
                    <a:pt x="1267321" y="0"/>
                  </a:lnTo>
                  <a:lnTo>
                    <a:pt x="1588634" y="376720"/>
                  </a:lnTo>
                  <a:lnTo>
                    <a:pt x="6858000" y="376720"/>
                  </a:lnTo>
                  <a:lnTo>
                    <a:pt x="6858000" y="286595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858319" y="492299"/>
              <a:ext cx="808686" cy="138406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600" dirty="0">
                  <a:latin typeface="Arial Rounded MT Bold" panose="020F0704030504030204" pitchFamily="34" charset="0"/>
                </a:rPr>
                <a:t>C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01411" y="2406316"/>
              <a:ext cx="22298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Safe routes &amp; shelters displayed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485969" y="0"/>
            <a:ext cx="2871535" cy="6858001"/>
            <a:chOff x="2485969" y="0"/>
            <a:chExt cx="2871535" cy="6858001"/>
          </a:xfrm>
        </p:grpSpPr>
        <p:sp>
          <p:nvSpPr>
            <p:cNvPr id="25" name="Freeform 24"/>
            <p:cNvSpPr/>
            <p:nvPr/>
          </p:nvSpPr>
          <p:spPr>
            <a:xfrm rot="5400000">
              <a:off x="492736" y="1993233"/>
              <a:ext cx="6858001" cy="2871535"/>
            </a:xfrm>
            <a:custGeom>
              <a:avLst/>
              <a:gdLst>
                <a:gd name="connsiteX0" fmla="*/ 0 w 6858001"/>
                <a:gd name="connsiteY0" fmla="*/ 2871535 h 2871535"/>
                <a:gd name="connsiteX1" fmla="*/ 0 w 6858001"/>
                <a:gd name="connsiteY1" fmla="*/ 382305 h 2871535"/>
                <a:gd name="connsiteX2" fmla="*/ 869058 w 6858001"/>
                <a:gd name="connsiteY2" fmla="*/ 382305 h 2871535"/>
                <a:gd name="connsiteX3" fmla="*/ 1195135 w 6858001"/>
                <a:gd name="connsiteY3" fmla="*/ 0 h 2871535"/>
                <a:gd name="connsiteX4" fmla="*/ 1521212 w 6858001"/>
                <a:gd name="connsiteY4" fmla="*/ 382305 h 2871535"/>
                <a:gd name="connsiteX5" fmla="*/ 6858001 w 6858001"/>
                <a:gd name="connsiteY5" fmla="*/ 382305 h 2871535"/>
                <a:gd name="connsiteX6" fmla="*/ 6858001 w 6858001"/>
                <a:gd name="connsiteY6" fmla="*/ 2871535 h 2871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1" h="2871535">
                  <a:moveTo>
                    <a:pt x="0" y="2871535"/>
                  </a:moveTo>
                  <a:lnTo>
                    <a:pt x="0" y="382305"/>
                  </a:lnTo>
                  <a:lnTo>
                    <a:pt x="869058" y="382305"/>
                  </a:lnTo>
                  <a:lnTo>
                    <a:pt x="1195135" y="0"/>
                  </a:lnTo>
                  <a:lnTo>
                    <a:pt x="1521212" y="382305"/>
                  </a:lnTo>
                  <a:lnTo>
                    <a:pt x="6858001" y="382305"/>
                  </a:lnTo>
                  <a:lnTo>
                    <a:pt x="6858001" y="2871535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372444" y="492299"/>
              <a:ext cx="808686" cy="138406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600" dirty="0">
                  <a:latin typeface="Arial Rounded MT Bold" panose="020F0704030504030204" pitchFamily="34" charset="0"/>
                </a:rPr>
                <a:t>B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523100" y="2291722"/>
              <a:ext cx="221999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Real-time monitoring for authorities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0" y="1"/>
            <a:ext cx="2871536" cy="6858000"/>
            <a:chOff x="0" y="1"/>
            <a:chExt cx="2871536" cy="6858000"/>
          </a:xfrm>
        </p:grpSpPr>
        <p:sp>
          <p:nvSpPr>
            <p:cNvPr id="14" name="Freeform 13"/>
            <p:cNvSpPr/>
            <p:nvPr/>
          </p:nvSpPr>
          <p:spPr>
            <a:xfrm rot="5400000">
              <a:off x="-1993232" y="1993233"/>
              <a:ext cx="6858000" cy="2871536"/>
            </a:xfrm>
            <a:custGeom>
              <a:avLst/>
              <a:gdLst>
                <a:gd name="connsiteX0" fmla="*/ 0 w 6858000"/>
                <a:gd name="connsiteY0" fmla="*/ 2871536 h 2871536"/>
                <a:gd name="connsiteX1" fmla="*/ 0 w 6858000"/>
                <a:gd name="connsiteY1" fmla="*/ 382307 h 2871536"/>
                <a:gd name="connsiteX2" fmla="*/ 869056 w 6858000"/>
                <a:gd name="connsiteY2" fmla="*/ 382307 h 2871536"/>
                <a:gd name="connsiteX3" fmla="*/ 1195135 w 6858000"/>
                <a:gd name="connsiteY3" fmla="*/ 0 h 2871536"/>
                <a:gd name="connsiteX4" fmla="*/ 1521214 w 6858000"/>
                <a:gd name="connsiteY4" fmla="*/ 382307 h 2871536"/>
                <a:gd name="connsiteX5" fmla="*/ 6858000 w 6858000"/>
                <a:gd name="connsiteY5" fmla="*/ 382307 h 2871536"/>
                <a:gd name="connsiteX6" fmla="*/ 6858000 w 6858000"/>
                <a:gd name="connsiteY6" fmla="*/ 2871536 h 287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71536">
                  <a:moveTo>
                    <a:pt x="0" y="2871536"/>
                  </a:moveTo>
                  <a:lnTo>
                    <a:pt x="0" y="382307"/>
                  </a:lnTo>
                  <a:lnTo>
                    <a:pt x="869056" y="382307"/>
                  </a:lnTo>
                  <a:lnTo>
                    <a:pt x="1195135" y="0"/>
                  </a:lnTo>
                  <a:lnTo>
                    <a:pt x="1521214" y="382307"/>
                  </a:lnTo>
                  <a:lnTo>
                    <a:pt x="6858000" y="382307"/>
                  </a:lnTo>
                  <a:lnTo>
                    <a:pt x="6858000" y="28715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69699" y="504307"/>
              <a:ext cx="740986" cy="13840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600" dirty="0">
                  <a:latin typeface="Arial Rounded MT Bold" panose="020F0704030504030204" pitchFamily="34" charset="0"/>
                </a:rPr>
                <a:t>A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60390" y="2342147"/>
              <a:ext cx="1714671" cy="705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80662" y="2408380"/>
              <a:ext cx="224663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Timely disaster alerts</a:t>
              </a:r>
            </a:p>
            <a:p>
              <a:endParaRPr lang="en-IN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4002049" y="3643682"/>
            <a:ext cx="6468520" cy="2369880"/>
          </a:xfrm>
          <a:prstGeom prst="rect">
            <a:avLst/>
          </a:prstGeom>
          <a:noFill/>
          <a:effectLst>
            <a:outerShdw blurRad="279400" dist="38100" dir="16200000" rotWithShape="0">
              <a:prstClr val="black">
                <a:alpha val="37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omic Sans MS" panose="030F0702030302020204" pitchFamily="66" charset="0"/>
              </a:rPr>
              <a:t>Expected Outcomes</a:t>
            </a:r>
          </a:p>
          <a:p>
            <a:pPr algn="ctr"/>
            <a:endParaRPr lang="en-IN" sz="5400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Felix Titling" panose="04060505060202020A04" pitchFamily="82" charset="0"/>
            </a:endParaRPr>
          </a:p>
          <a:p>
            <a:pPr algn="ctr"/>
            <a:r>
              <a:rPr lang="en-IN" sz="5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9667" y="1876367"/>
            <a:ext cx="6195060" cy="4708981"/>
          </a:xfrm>
          <a:prstGeom prst="rect">
            <a:avLst/>
          </a:prstGeom>
          <a:noFill/>
          <a:effectLst>
            <a:outerShdw blurRad="279400" dist="101600" dir="16200000" algn="ctr" rotWithShape="0">
              <a:srgbClr val="000000">
                <a:alpha val="37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5000" dirty="0">
                <a:effectLst>
                  <a:outerShdw blurRad="88900" dist="38100" dir="2700000" algn="tl" rotWithShape="0">
                    <a:prstClr val="black">
                      <a:alpha val="29000"/>
                    </a:prstClr>
                  </a:outerShdw>
                </a:effectLst>
                <a:latin typeface="Felix Titling" panose="04060505060202020A04" pitchFamily="82" charset="0"/>
              </a:rPr>
              <a:t>Five</a:t>
            </a:r>
          </a:p>
          <a:p>
            <a:pPr algn="ctr"/>
            <a:r>
              <a:rPr lang="en-IN" sz="15000" dirty="0">
                <a:effectLst>
                  <a:outerShdw blurRad="88900" dist="38100" dir="2700000" algn="tl" rotWithShape="0">
                    <a:prstClr val="black">
                      <a:alpha val="29000"/>
                    </a:prstClr>
                  </a:outerShdw>
                </a:effectLst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C5DE83-450E-F154-1D1A-27EF409F2935}"/>
              </a:ext>
            </a:extLst>
          </p:cNvPr>
          <p:cNvSpPr txBox="1"/>
          <p:nvPr/>
        </p:nvSpPr>
        <p:spPr>
          <a:xfrm>
            <a:off x="180662" y="3429000"/>
            <a:ext cx="21529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Early warnings reach communities before flood escalation, enabling proactive response.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9E7B20-64C0-1712-DBC1-DED1B410177C}"/>
              </a:ext>
            </a:extLst>
          </p:cNvPr>
          <p:cNvSpPr txBox="1"/>
          <p:nvPr/>
        </p:nvSpPr>
        <p:spPr>
          <a:xfrm>
            <a:off x="2740966" y="3429000"/>
            <a:ext cx="1830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Authorities track flood progression instantly through centralized dashboard.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D169D-E03D-35A3-14C6-795D7DE7AB76}"/>
              </a:ext>
            </a:extLst>
          </p:cNvPr>
          <p:cNvSpPr txBox="1"/>
          <p:nvPr/>
        </p:nvSpPr>
        <p:spPr>
          <a:xfrm>
            <a:off x="5246856" y="3362325"/>
            <a:ext cx="17122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Interactive maps guide citizens to nearest safe locations during emergencies.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941E61-7825-453D-7FF5-90EA6A366BCB}"/>
              </a:ext>
            </a:extLst>
          </p:cNvPr>
          <p:cNvSpPr txBox="1"/>
          <p:nvPr/>
        </p:nvSpPr>
        <p:spPr>
          <a:xfrm>
            <a:off x="7730606" y="3349050"/>
            <a:ext cx="18222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Enhanced communication between rescue teams, officials, and affected populations.</a:t>
            </a: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709A-0414-5C70-F743-B5B815DC2AE2}"/>
              </a:ext>
            </a:extLst>
          </p:cNvPr>
          <p:cNvSpPr txBox="1"/>
          <p:nvPr/>
        </p:nvSpPr>
        <p:spPr>
          <a:xfrm>
            <a:off x="10227617" y="3324225"/>
            <a:ext cx="16881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Adaptable system extends beyond floods—applicable to landslides, earthquakes, and other disasters.</a:t>
            </a:r>
            <a:endParaRPr lang="en-IN" sz="1400" dirty="0"/>
          </a:p>
        </p:txBody>
      </p:sp>
      <p:pic>
        <p:nvPicPr>
          <p:cNvPr id="13" name="Graphic 12" descr="Siren with solid fill">
            <a:extLst>
              <a:ext uri="{FF2B5EF4-FFF2-40B4-BE49-F238E27FC236}">
                <a16:creationId xmlns:a16="http://schemas.microsoft.com/office/drawing/2014/main" id="{6444A674-56ED-22F7-1A30-F30825395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866" y="4587223"/>
            <a:ext cx="914400" cy="914400"/>
          </a:xfrm>
          <a:prstGeom prst="rect">
            <a:avLst/>
          </a:prstGeom>
        </p:spPr>
      </p:pic>
      <p:pic>
        <p:nvPicPr>
          <p:cNvPr id="16" name="Graphic 15" descr="Life ring outline">
            <a:extLst>
              <a:ext uri="{FF2B5EF4-FFF2-40B4-BE49-F238E27FC236}">
                <a16:creationId xmlns:a16="http://schemas.microsoft.com/office/drawing/2014/main" id="{21EACC67-F935-0B1D-A77F-7F0A453345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1751" y="4588053"/>
            <a:ext cx="914400" cy="914400"/>
          </a:xfrm>
          <a:prstGeom prst="rect">
            <a:avLst/>
          </a:prstGeom>
        </p:spPr>
      </p:pic>
      <p:pic>
        <p:nvPicPr>
          <p:cNvPr id="18" name="Graphic 17" descr="Dog House with solid fill">
            <a:extLst>
              <a:ext uri="{FF2B5EF4-FFF2-40B4-BE49-F238E27FC236}">
                <a16:creationId xmlns:a16="http://schemas.microsoft.com/office/drawing/2014/main" id="{9B966F51-254B-4EB8-9702-1E319BB6D5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91850" y="4587223"/>
            <a:ext cx="914400" cy="914400"/>
          </a:xfrm>
          <a:prstGeom prst="rect">
            <a:avLst/>
          </a:prstGeom>
        </p:spPr>
      </p:pic>
      <p:pic>
        <p:nvPicPr>
          <p:cNvPr id="20" name="Graphic 19" descr="Clipboard with solid fill">
            <a:extLst>
              <a:ext uri="{FF2B5EF4-FFF2-40B4-BE49-F238E27FC236}">
                <a16:creationId xmlns:a16="http://schemas.microsoft.com/office/drawing/2014/main" id="{7D9CDCA3-B790-0F92-341F-F22CA7FD2E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65341" y="4544255"/>
            <a:ext cx="914400" cy="914400"/>
          </a:xfrm>
          <a:prstGeom prst="rect">
            <a:avLst/>
          </a:prstGeom>
        </p:spPr>
      </p:pic>
      <p:pic>
        <p:nvPicPr>
          <p:cNvPr id="22" name="Picture 21" descr="Steep mountain path">
            <a:extLst>
              <a:ext uri="{FF2B5EF4-FFF2-40B4-BE49-F238E27FC236}">
                <a16:creationId xmlns:a16="http://schemas.microsoft.com/office/drawing/2014/main" id="{33D3EFBA-EEE0-E98F-DB42-688A1485463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764" y="4709220"/>
            <a:ext cx="1199123" cy="79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63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17727F2-87E1-463E-39C5-FA3186ACB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FAC6AD-E06A-BD4A-AB39-35849B2BFA2D}"/>
              </a:ext>
            </a:extLst>
          </p:cNvPr>
          <p:cNvCxnSpPr>
            <a:cxnSpLocks/>
          </p:cNvCxnSpPr>
          <p:nvPr/>
        </p:nvCxnSpPr>
        <p:spPr>
          <a:xfrm flipV="1">
            <a:off x="2987610" y="3514418"/>
            <a:ext cx="825191" cy="657921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ECD39E-EC9A-954A-B4CF-9BCD99C8CFAE}"/>
              </a:ext>
            </a:extLst>
          </p:cNvPr>
          <p:cNvCxnSpPr>
            <a:cxnSpLocks/>
          </p:cNvCxnSpPr>
          <p:nvPr/>
        </p:nvCxnSpPr>
        <p:spPr>
          <a:xfrm flipH="1" flipV="1">
            <a:off x="5418578" y="3503266"/>
            <a:ext cx="960188" cy="749245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5D0BD90-6384-4F42-BDBE-A945AF012A9F}"/>
              </a:ext>
            </a:extLst>
          </p:cNvPr>
          <p:cNvSpPr/>
          <p:nvPr/>
        </p:nvSpPr>
        <p:spPr>
          <a:xfrm>
            <a:off x="4207505" y="385357"/>
            <a:ext cx="377699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b="1" spc="300" dirty="0">
                <a:solidFill>
                  <a:schemeClr val="bg1"/>
                </a:solidFill>
                <a:effectLst>
                  <a:outerShdw blurRad="292100" sx="102000" sy="102000" algn="ctr" rotWithShape="0">
                    <a:prstClr val="black">
                      <a:alpha val="52000"/>
                    </a:prstClr>
                  </a:outerShdw>
                </a:effectLst>
                <a:latin typeface="Montserrat" panose="00000500000000000000" pitchFamily="2" charset="0"/>
              </a:rPr>
              <a:t>ASPECTS</a:t>
            </a:r>
            <a:endParaRPr lang="en-LT" sz="5400" b="1" spc="300" dirty="0">
              <a:solidFill>
                <a:schemeClr val="bg1"/>
              </a:solidFill>
              <a:effectLst>
                <a:outerShdw blurRad="292100" sx="102000" sy="102000" algn="ctr" rotWithShape="0">
                  <a:prstClr val="black">
                    <a:alpha val="52000"/>
                  </a:prstClr>
                </a:outerShdw>
              </a:effectLst>
              <a:latin typeface="Montserrat" panose="00000500000000000000" pitchFamily="2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DF68F12-370D-1E45-B388-B3EB7E9D3A9F}"/>
              </a:ext>
            </a:extLst>
          </p:cNvPr>
          <p:cNvCxnSpPr>
            <a:cxnSpLocks/>
          </p:cNvCxnSpPr>
          <p:nvPr/>
        </p:nvCxnSpPr>
        <p:spPr>
          <a:xfrm flipH="1">
            <a:off x="8273667" y="3668617"/>
            <a:ext cx="903385" cy="683046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" name="Section Zoom 2">
                <a:extLst>
                  <a:ext uri="{FF2B5EF4-FFF2-40B4-BE49-F238E27FC236}">
                    <a16:creationId xmlns:a16="http://schemas.microsoft.com/office/drawing/2014/main" id="{C91A4FC6-1F87-E4E0-DEC5-2530FE27ED2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01491753"/>
                  </p:ext>
                </p:extLst>
              </p:nvPr>
            </p:nvGraphicFramePr>
            <p:xfrm>
              <a:off x="-326571" y="3759709"/>
              <a:ext cx="4692947" cy="2799479"/>
            </p:xfrm>
            <a:graphic>
              <a:graphicData uri="http://schemas.microsoft.com/office/powerpoint/2016/sectionzoom">
                <psez:sectionZm>
                  <psez:sectionZmObj sectionId="{C41E965D-1BB0-6E42-80C1-B0CE61D34D0F}">
                    <psez:zmPr id="{57F334E3-AFA2-4484-9289-E66DB9222DB3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692947" cy="279947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" name="Section Zoom 2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C91A4FC6-1F87-E4E0-DEC5-2530FE27ED2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326571" y="3759709"/>
                <a:ext cx="4692947" cy="27994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8" name="Section Zoom 7">
                <a:extLst>
                  <a:ext uri="{FF2B5EF4-FFF2-40B4-BE49-F238E27FC236}">
                    <a16:creationId xmlns:a16="http://schemas.microsoft.com/office/drawing/2014/main" id="{2624BC2C-C593-A19B-AA39-A1025CE6963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4400875"/>
                  </p:ext>
                </p:extLst>
              </p:nvPr>
            </p:nvGraphicFramePr>
            <p:xfrm>
              <a:off x="2509940" y="1426448"/>
              <a:ext cx="4296764" cy="2416930"/>
            </p:xfrm>
            <a:graphic>
              <a:graphicData uri="http://schemas.microsoft.com/office/powerpoint/2016/sectionzoom">
                <psez:sectionZm>
                  <psez:sectionZmObj sectionId="{309B8DB7-7D97-4F7C-8E72-F67CE6A0280E}">
                    <psez:zmPr id="{A397EE28-AFEB-4727-B9D0-6A4AD117ED3A}" transitionDur="1000" showBg="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96764" cy="241693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8" name="Section Zoom 7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2624BC2C-C593-A19B-AA39-A1025CE696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09940" y="1426448"/>
                <a:ext cx="4296764" cy="24169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1" name="Section Zoom 10">
                <a:extLst>
                  <a:ext uri="{FF2B5EF4-FFF2-40B4-BE49-F238E27FC236}">
                    <a16:creationId xmlns:a16="http://schemas.microsoft.com/office/drawing/2014/main" id="{39CEA500-EF2F-5817-885B-EF2AB8B44F7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47503379"/>
                  </p:ext>
                </p:extLst>
              </p:nvPr>
            </p:nvGraphicFramePr>
            <p:xfrm>
              <a:off x="5245847" y="3843378"/>
              <a:ext cx="4256414" cy="2251693"/>
            </p:xfrm>
            <a:graphic>
              <a:graphicData uri="http://schemas.microsoft.com/office/powerpoint/2016/sectionzoom">
                <psez:sectionZm>
                  <psez:sectionZmObj sectionId="{E51481FD-BB9F-4628-988F-90CA7157DA91}">
                    <psez:zmPr id="{EA5AF7E0-1032-43BB-A14E-73943087946C}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56414" cy="2251693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1" name="Section Zoom 10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39CEA500-EF2F-5817-885B-EF2AB8B44F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45847" y="3843378"/>
                <a:ext cx="4256414" cy="22516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5" name="Section Zoom 14">
                <a:extLst>
                  <a:ext uri="{FF2B5EF4-FFF2-40B4-BE49-F238E27FC236}">
                    <a16:creationId xmlns:a16="http://schemas.microsoft.com/office/drawing/2014/main" id="{16CFDAB8-CBD1-3BD5-C4B0-61C9CD77F77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13054334"/>
                  </p:ext>
                </p:extLst>
              </p:nvPr>
            </p:nvGraphicFramePr>
            <p:xfrm>
              <a:off x="7830028" y="1579710"/>
              <a:ext cx="4003008" cy="2251692"/>
            </p:xfrm>
            <a:graphic>
              <a:graphicData uri="http://schemas.microsoft.com/office/powerpoint/2016/sectionzoom">
                <psez:sectionZm>
                  <psez:sectionZmObj sectionId="{6B4AAC4B-4103-4E1C-AA13-08D6DA3E7D3B}">
                    <psez:zmPr id="{4F9C6CB1-B6D7-4815-BE94-DB5E77333F16}" transitionDur="1000" showBg="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03008" cy="225169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5" name="Section Zoom 14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16CFDAB8-CBD1-3BD5-C4B0-61C9CD77F7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30028" y="1579710"/>
                <a:ext cx="4003008" cy="225169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535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5">
                <a:lumMod val="40000"/>
                <a:lumOff val="60000"/>
              </a:schemeClr>
            </a:gs>
            <a:gs pos="83000">
              <a:schemeClr val="accent5">
                <a:lumMod val="40000"/>
                <a:lumOff val="60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LT" sz="8000" b="1" spc="-150">
              <a:latin typeface="Raleway" panose="020B05030301010600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1836153" y="3533078"/>
            <a:ext cx="851969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6600" dirty="0">
                <a:solidFill>
                  <a:schemeClr val="bg1"/>
                </a:solidFill>
              </a:rPr>
              <a:t>Abstract(</a:t>
            </a:r>
            <a:r>
              <a:rPr lang="hi-IN" sz="6600" dirty="0">
                <a:solidFill>
                  <a:srgbClr val="00B0F0"/>
                </a:solidFill>
              </a:rPr>
              <a:t>सारांश</a:t>
            </a:r>
            <a:r>
              <a:rPr lang="hi-IN" sz="6600" dirty="0">
                <a:solidFill>
                  <a:schemeClr val="bg1"/>
                </a:solidFill>
              </a:rPr>
              <a:t>)</a:t>
            </a:r>
            <a:endParaRPr lang="en-LT" sz="6600" b="1" spc="-150" dirty="0">
              <a:solidFill>
                <a:schemeClr val="bg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latin typeface="Raleway Black" panose="020B0503030101060003" pitchFamily="34" charset="77"/>
            </a:endParaRPr>
          </a:p>
        </p:txBody>
      </p:sp>
      <p:pic>
        <p:nvPicPr>
          <p:cNvPr id="7" name="Graphic 6" descr="Lights On with solid fill">
            <a:extLst>
              <a:ext uri="{FF2B5EF4-FFF2-40B4-BE49-F238E27FC236}">
                <a16:creationId xmlns:a16="http://schemas.microsoft.com/office/drawing/2014/main" id="{3169A18E-29C1-B14B-9DAC-9A1603958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0683" y="782444"/>
            <a:ext cx="2750634" cy="2750634"/>
          </a:xfrm>
          <a:prstGeom prst="rect">
            <a:avLst/>
          </a:prstGeom>
          <a:effectLst>
            <a:outerShdw blurRad="1778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52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erson on top of mountain during daytime">
            <a:extLst>
              <a:ext uri="{FF2B5EF4-FFF2-40B4-BE49-F238E27FC236}">
                <a16:creationId xmlns:a16="http://schemas.microsoft.com/office/drawing/2014/main" id="{46BE918B-EA92-1948-9A36-85366B9848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F6B2B7C-89ED-F540-A64D-0D5E18A71354}"/>
              </a:ext>
            </a:extLst>
          </p:cNvPr>
          <p:cNvSpPr/>
          <p:nvPr/>
        </p:nvSpPr>
        <p:spPr>
          <a:xfrm>
            <a:off x="-1450258" y="-4117255"/>
            <a:ext cx="15092516" cy="15092510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LT" sz="8000" b="1" spc="-150">
              <a:latin typeface="Raleway" panose="020B0503030101060003" pitchFamily="34" charset="77"/>
            </a:endParaRPr>
          </a:p>
        </p:txBody>
      </p:sp>
      <p:sp useBgFill="1">
        <p:nvSpPr>
          <p:cNvPr id="21" name="Rounded Rectangle 20">
            <a:extLst>
              <a:ext uri="{FF2B5EF4-FFF2-40B4-BE49-F238E27FC236}">
                <a16:creationId xmlns:a16="http://schemas.microsoft.com/office/drawing/2014/main" id="{D6787DAF-363B-FF49-8B5C-94BB07360B4E}"/>
              </a:ext>
            </a:extLst>
          </p:cNvPr>
          <p:cNvSpPr/>
          <p:nvPr/>
        </p:nvSpPr>
        <p:spPr>
          <a:xfrm rot="2314562">
            <a:off x="1496965" y="313773"/>
            <a:ext cx="642321" cy="3943954"/>
          </a:xfrm>
          <a:prstGeom prst="roundRect">
            <a:avLst>
              <a:gd name="adj" fmla="val 50000"/>
            </a:avLst>
          </a:prstGeom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 useBgFill="1">
        <p:nvSpPr>
          <p:cNvPr id="22" name="Rounded Rectangle 21">
            <a:extLst>
              <a:ext uri="{FF2B5EF4-FFF2-40B4-BE49-F238E27FC236}">
                <a16:creationId xmlns:a16="http://schemas.microsoft.com/office/drawing/2014/main" id="{A550FAD0-EC64-B541-9FEF-F3F576427C79}"/>
              </a:ext>
            </a:extLst>
          </p:cNvPr>
          <p:cNvSpPr/>
          <p:nvPr/>
        </p:nvSpPr>
        <p:spPr>
          <a:xfrm rot="2314562">
            <a:off x="1384545" y="1613863"/>
            <a:ext cx="642321" cy="4080509"/>
          </a:xfrm>
          <a:prstGeom prst="roundRect">
            <a:avLst>
              <a:gd name="adj" fmla="val 50000"/>
            </a:avLst>
          </a:prstGeom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 useBgFill="1">
        <p:nvSpPr>
          <p:cNvPr id="23" name="Rounded Rectangle 22">
            <a:extLst>
              <a:ext uri="{FF2B5EF4-FFF2-40B4-BE49-F238E27FC236}">
                <a16:creationId xmlns:a16="http://schemas.microsoft.com/office/drawing/2014/main" id="{95ACA153-32CF-B343-BD0F-8295EFA0D82C}"/>
              </a:ext>
            </a:extLst>
          </p:cNvPr>
          <p:cNvSpPr/>
          <p:nvPr/>
        </p:nvSpPr>
        <p:spPr>
          <a:xfrm rot="2314562">
            <a:off x="1563665" y="2358741"/>
            <a:ext cx="642321" cy="4513190"/>
          </a:xfrm>
          <a:prstGeom prst="roundRect">
            <a:avLst>
              <a:gd name="adj" fmla="val 50000"/>
            </a:avLst>
          </a:prstGeom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 useBgFill="1">
        <p:nvSpPr>
          <p:cNvPr id="24" name="Rounded Rectangle 23">
            <a:extLst>
              <a:ext uri="{FF2B5EF4-FFF2-40B4-BE49-F238E27FC236}">
                <a16:creationId xmlns:a16="http://schemas.microsoft.com/office/drawing/2014/main" id="{4A087067-6FBB-1745-A5D4-628D980A11A2}"/>
              </a:ext>
            </a:extLst>
          </p:cNvPr>
          <p:cNvSpPr/>
          <p:nvPr/>
        </p:nvSpPr>
        <p:spPr>
          <a:xfrm rot="2314562">
            <a:off x="1014528" y="4518245"/>
            <a:ext cx="642321" cy="4019894"/>
          </a:xfrm>
          <a:prstGeom prst="roundRect">
            <a:avLst>
              <a:gd name="adj" fmla="val 50000"/>
            </a:avLst>
          </a:prstGeom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ABF447-6E17-1A45-AD94-46DCD25C1D16}"/>
              </a:ext>
            </a:extLst>
          </p:cNvPr>
          <p:cNvSpPr/>
          <p:nvPr/>
        </p:nvSpPr>
        <p:spPr>
          <a:xfrm>
            <a:off x="3235413" y="2639848"/>
            <a:ext cx="602909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spc="300" dirty="0">
                <a:solidFill>
                  <a:schemeClr val="bg1"/>
                </a:solidFill>
                <a:latin typeface="Raleway" panose="020B0503030101060003" pitchFamily="34" charset="77"/>
              </a:rPr>
              <a:t>The Smart Disaster Management System (SDMS) is a collaborative project by Civil and Computer Science departments, developed for disaster-prone regions of Uttarakhand. The civil part focuses on building a realistic terrain model with flood barriers, drainage channels, retaining walls, and water flow paths to demonstrate disaster control. The computer science part includes a smart website built using HTML, CSS, JavaScript, and Leaflet.js, which displays real-time alerts, SOS support, maps, and reporting systems. The project connects IoT sensors and Node.js–MongoDB for data handling. Together, both fields create a system that helps monitor, alert, and rescue effectively during disasters.</a:t>
            </a:r>
            <a:endParaRPr lang="en-LT" sz="1600" spc="300" dirty="0">
              <a:solidFill>
                <a:schemeClr val="bg1"/>
              </a:solidFill>
              <a:latin typeface="Raleway" panose="020B05030301010600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ABBEE1-A4F3-6746-AE3A-4B6E12CE6CA3}"/>
              </a:ext>
            </a:extLst>
          </p:cNvPr>
          <p:cNvSpPr/>
          <p:nvPr/>
        </p:nvSpPr>
        <p:spPr>
          <a:xfrm>
            <a:off x="2017126" y="1572887"/>
            <a:ext cx="81577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7200" dirty="0">
                <a:solidFill>
                  <a:schemeClr val="bg1"/>
                </a:solidFill>
              </a:rPr>
              <a:t>Abstract</a:t>
            </a:r>
            <a:r>
              <a:rPr lang="en-IN" sz="7200" dirty="0"/>
              <a:t>(</a:t>
            </a:r>
            <a:r>
              <a:rPr lang="hi-IN" sz="7200" dirty="0">
                <a:solidFill>
                  <a:srgbClr val="00B0F0"/>
                </a:solidFill>
              </a:rPr>
              <a:t>सारांश</a:t>
            </a:r>
            <a:r>
              <a:rPr lang="hi-IN" sz="7200" dirty="0"/>
              <a:t>)</a:t>
            </a:r>
            <a:endParaRPr lang="en-LT" sz="6600" b="1" spc="-150" dirty="0">
              <a:solidFill>
                <a:schemeClr val="bg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latin typeface="Raleway Black" panose="020B0503030101060003" pitchFamily="34" charset="77"/>
            </a:endParaRPr>
          </a:p>
        </p:txBody>
      </p:sp>
      <p:pic>
        <p:nvPicPr>
          <p:cNvPr id="25" name="Graphic 24" descr="Lights On with solid fill">
            <a:extLst>
              <a:ext uri="{FF2B5EF4-FFF2-40B4-BE49-F238E27FC236}">
                <a16:creationId xmlns:a16="http://schemas.microsoft.com/office/drawing/2014/main" id="{C9A4FAB4-1D30-504F-AC22-18FA700E0E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44790" y="157975"/>
            <a:ext cx="1702420" cy="1702420"/>
          </a:xfrm>
          <a:prstGeom prst="rect">
            <a:avLst/>
          </a:prstGeom>
          <a:effectLst>
            <a:outerShdw blurRad="177800" sx="102000" sy="102000" algn="ctr" rotWithShape="0">
              <a:prstClr val="black">
                <a:alpha val="40000"/>
              </a:prstClr>
            </a:outerShdw>
          </a:effectLst>
        </p:spPr>
      </p:pic>
      <p:sp useBgFill="1">
        <p:nvSpPr>
          <p:cNvPr id="26" name="Rounded Rectangle 25">
            <a:extLst>
              <a:ext uri="{FF2B5EF4-FFF2-40B4-BE49-F238E27FC236}">
                <a16:creationId xmlns:a16="http://schemas.microsoft.com/office/drawing/2014/main" id="{79CF8A2E-6CD9-C246-88DB-41410F96B594}"/>
              </a:ext>
            </a:extLst>
          </p:cNvPr>
          <p:cNvSpPr/>
          <p:nvPr/>
        </p:nvSpPr>
        <p:spPr>
          <a:xfrm rot="2314562">
            <a:off x="10002831" y="2171981"/>
            <a:ext cx="642321" cy="3943954"/>
          </a:xfrm>
          <a:prstGeom prst="roundRect">
            <a:avLst>
              <a:gd name="adj" fmla="val 50000"/>
            </a:avLst>
          </a:prstGeom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 useBgFill="1">
        <p:nvSpPr>
          <p:cNvPr id="27" name="Rounded Rectangle 26">
            <a:extLst>
              <a:ext uri="{FF2B5EF4-FFF2-40B4-BE49-F238E27FC236}">
                <a16:creationId xmlns:a16="http://schemas.microsoft.com/office/drawing/2014/main" id="{8BF71943-E162-8646-B793-F730AF1116CA}"/>
              </a:ext>
            </a:extLst>
          </p:cNvPr>
          <p:cNvSpPr/>
          <p:nvPr/>
        </p:nvSpPr>
        <p:spPr>
          <a:xfrm rot="2314562">
            <a:off x="9890411" y="3472071"/>
            <a:ext cx="642321" cy="4080509"/>
          </a:xfrm>
          <a:prstGeom prst="roundRect">
            <a:avLst>
              <a:gd name="adj" fmla="val 50000"/>
            </a:avLst>
          </a:prstGeom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 useBgFill="1">
        <p:nvSpPr>
          <p:cNvPr id="28" name="Rounded Rectangle 27">
            <a:extLst>
              <a:ext uri="{FF2B5EF4-FFF2-40B4-BE49-F238E27FC236}">
                <a16:creationId xmlns:a16="http://schemas.microsoft.com/office/drawing/2014/main" id="{FC8B7B47-AD94-0B42-BF9A-FB712535E5D0}"/>
              </a:ext>
            </a:extLst>
          </p:cNvPr>
          <p:cNvSpPr/>
          <p:nvPr/>
        </p:nvSpPr>
        <p:spPr>
          <a:xfrm rot="2314562">
            <a:off x="10069531" y="4216949"/>
            <a:ext cx="642321" cy="4513190"/>
          </a:xfrm>
          <a:prstGeom prst="roundRect">
            <a:avLst>
              <a:gd name="adj" fmla="val 50000"/>
            </a:avLst>
          </a:prstGeom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 useBgFill="1">
        <p:nvSpPr>
          <p:cNvPr id="29" name="Rounded Rectangle 28">
            <a:extLst>
              <a:ext uri="{FF2B5EF4-FFF2-40B4-BE49-F238E27FC236}">
                <a16:creationId xmlns:a16="http://schemas.microsoft.com/office/drawing/2014/main" id="{14E00701-098F-CD4F-A308-C7B7ECDFF684}"/>
              </a:ext>
            </a:extLst>
          </p:cNvPr>
          <p:cNvSpPr/>
          <p:nvPr/>
        </p:nvSpPr>
        <p:spPr>
          <a:xfrm rot="2314562">
            <a:off x="9520394" y="6376453"/>
            <a:ext cx="642321" cy="4019894"/>
          </a:xfrm>
          <a:prstGeom prst="roundRect">
            <a:avLst>
              <a:gd name="adj" fmla="val 50000"/>
            </a:avLst>
          </a:prstGeom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EFF482-0482-5F5E-83EE-ADC91BF16D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296" y="85358"/>
            <a:ext cx="3852549" cy="170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807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3.33333E-6 L 0.04245 -0.09352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-467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6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-3.7037E-7 L 0.04245 -0.09352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-467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56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1.04167E-6 3.33333E-6 L 0.04245 -0.09352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-467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56" presetClass="path" presetSubtype="0" repeatCount="indefinite" accel="50000" decel="50000" autoRev="1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1.04167E-6 -1.85185E-6 L 0.04245 -0.09352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-467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56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3.33333E-6 L 0.04245 -0.09352 " pathEditMode="relative" rAng="0" ptsTypes="AA">
                                      <p:cBhvr>
                                        <p:cTn id="14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-467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6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-3.7037E-7 L 0.04245 -0.09352 " pathEditMode="relative" rAng="0" ptsTypes="AA">
                                      <p:cBhvr>
                                        <p:cTn id="16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-467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56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1.04167E-6 3.33333E-6 L 0.04245 -0.09352 " pathEditMode="relative" rAng="0" ptsTypes="AA">
                                      <p:cBhvr>
                                        <p:cTn id="18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-467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6" presetClass="path" presetSubtype="0" repeatCount="indefinite" accel="50000" decel="50000" autoRev="1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1.04167E-6 -1.85185E-6 L 0.04245 -0.09352 " pathEditMode="relative" rAng="0" ptsTypes="AA">
                                      <p:cBhvr>
                                        <p:cTn id="20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-4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LT" sz="8000" b="1" spc="-150">
              <a:latin typeface="Raleway" panose="020B05030301010600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2947643" y="3389971"/>
            <a:ext cx="62967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600" dirty="0">
                <a:solidFill>
                  <a:schemeClr val="bg1"/>
                </a:solidFill>
              </a:rPr>
              <a:t>Key Points</a:t>
            </a:r>
            <a:endParaRPr kumimoji="0" lang="en-LT" sz="10500" b="1" i="0" u="none" strike="noStrike" kern="1200" cap="none" spc="-15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3" name="Graphic 2" descr="Fork In Road with solid fill">
            <a:extLst>
              <a:ext uri="{FF2B5EF4-FFF2-40B4-BE49-F238E27FC236}">
                <a16:creationId xmlns:a16="http://schemas.microsoft.com/office/drawing/2014/main" id="{F6148252-110D-F791-7457-5CB5DCD29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4205" y="294482"/>
            <a:ext cx="3003590" cy="300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97831"/>
      </p:ext>
    </p:extLst>
  </p:cSld>
  <p:clrMapOvr>
    <a:masterClrMapping/>
  </p:clrMapOvr>
  <p:transition spd="slow" advTm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man standing on top of mountain beside cairn stones">
            <a:extLst>
              <a:ext uri="{FF2B5EF4-FFF2-40B4-BE49-F238E27FC236}">
                <a16:creationId xmlns:a16="http://schemas.microsoft.com/office/drawing/2014/main" id="{D7294908-9A58-794A-B85A-622DC85DAF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6273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-1364972" y="-4031970"/>
            <a:ext cx="14921946" cy="14921942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LT" sz="8000" b="1" spc="-150">
              <a:latin typeface="Raleway" panose="020B0503030101060003" pitchFamily="34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BA49A1-C4F8-6543-8240-061A4699B32F}"/>
              </a:ext>
            </a:extLst>
          </p:cNvPr>
          <p:cNvSpPr/>
          <p:nvPr/>
        </p:nvSpPr>
        <p:spPr>
          <a:xfrm>
            <a:off x="3438253" y="1834088"/>
            <a:ext cx="531549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</a:rPr>
              <a:t>Key Points</a:t>
            </a:r>
            <a:endParaRPr lang="en-LT" sz="8800" b="1" spc="-150" dirty="0">
              <a:solidFill>
                <a:schemeClr val="bg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latin typeface="Raleway Black" panose="020B0503030101060003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686A0-D3CF-4B45-AB0E-0CEACD1B22AE}"/>
              </a:ext>
            </a:extLst>
          </p:cNvPr>
          <p:cNvSpPr/>
          <p:nvPr/>
        </p:nvSpPr>
        <p:spPr>
          <a:xfrm>
            <a:off x="3075181" y="3114177"/>
            <a:ext cx="602909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FFCC"/>
                </a:solidFill>
              </a:rPr>
              <a:t>Goals</a:t>
            </a:r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	Save lives &amp; reduce damage.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	Manage flood levels in real-time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	Cost-effective, scalable, and easy to maintain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sz="1600" dirty="0">
                <a:solidFill>
                  <a:schemeClr val="bg1"/>
                </a:solidFill>
              </a:rPr>
              <a:t>Four-step barrier nets trap debris and reduce water speed 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	Water level sensors for early detection</a:t>
            </a:r>
          </a:p>
          <a:p>
            <a:pPr marL="128016" lvl="1" indent="0">
              <a:buNone/>
            </a:pPr>
            <a:r>
              <a:rPr lang="en-US" sz="1800" dirty="0">
                <a:solidFill>
                  <a:srgbClr val="00FFCC"/>
                </a:solidFill>
              </a:rPr>
              <a:t>Real-time Monitoring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Track floods &amp; alerts instantly,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Alarm system for immediate warning</a:t>
            </a:r>
          </a:p>
          <a:p>
            <a:pPr marL="128016" lvl="1" indent="0">
              <a:buNone/>
            </a:pPr>
            <a:r>
              <a:rPr lang="en-US" sz="1800" dirty="0">
                <a:solidFill>
                  <a:srgbClr val="00FFCC"/>
                </a:solidFill>
              </a:rPr>
              <a:t>Web Dashboard  </a:t>
            </a:r>
          </a:p>
          <a:p>
            <a:pPr marL="413766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Easy access for everyone. </a:t>
            </a:r>
          </a:p>
          <a:p>
            <a:pPr marL="128016" lvl="1" indent="0">
              <a:buNone/>
            </a:pPr>
            <a:r>
              <a:rPr lang="en-US" sz="1800" dirty="0">
                <a:solidFill>
                  <a:srgbClr val="00FFCC"/>
                </a:solidFill>
              </a:rPr>
              <a:t>Safe Shelters &amp; Routes </a:t>
            </a:r>
            <a:endParaRPr lang="en-US" dirty="0">
              <a:solidFill>
                <a:srgbClr val="00FFCC"/>
              </a:solidFill>
            </a:endParaRPr>
          </a:p>
          <a:p>
            <a:pPr marL="413766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 Maps for evacuation</a:t>
            </a:r>
            <a:r>
              <a:rPr lang="en-US" sz="1800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C861A1-5041-FA48-9C08-E00E83BF7177}"/>
              </a:ext>
            </a:extLst>
          </p:cNvPr>
          <p:cNvSpPr/>
          <p:nvPr/>
        </p:nvSpPr>
        <p:spPr>
          <a:xfrm>
            <a:off x="9311270" y="3824867"/>
            <a:ext cx="602166" cy="3033133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5D6F6DD-4828-4A4E-9336-6CCFE09E4AFE}"/>
              </a:ext>
            </a:extLst>
          </p:cNvPr>
          <p:cNvSpPr/>
          <p:nvPr/>
        </p:nvSpPr>
        <p:spPr>
          <a:xfrm>
            <a:off x="10120433" y="3824867"/>
            <a:ext cx="602166" cy="3033133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FE9B72F-DF87-5F4E-B684-D0770028819B}"/>
              </a:ext>
            </a:extLst>
          </p:cNvPr>
          <p:cNvSpPr/>
          <p:nvPr/>
        </p:nvSpPr>
        <p:spPr>
          <a:xfrm>
            <a:off x="10912521" y="3824867"/>
            <a:ext cx="602166" cy="3033133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E454DD4-D90A-704B-ABC6-4575E360C82E}"/>
              </a:ext>
            </a:extLst>
          </p:cNvPr>
          <p:cNvSpPr/>
          <p:nvPr/>
        </p:nvSpPr>
        <p:spPr>
          <a:xfrm>
            <a:off x="534309" y="3824867"/>
            <a:ext cx="602166" cy="3033133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68481F1-4643-EF42-A9CE-7AE30251B04D}"/>
              </a:ext>
            </a:extLst>
          </p:cNvPr>
          <p:cNvSpPr/>
          <p:nvPr/>
        </p:nvSpPr>
        <p:spPr>
          <a:xfrm>
            <a:off x="1343472" y="3824867"/>
            <a:ext cx="602166" cy="3033133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B79AB2B-D9AB-BB40-95B4-1E83C4B41C2F}"/>
              </a:ext>
            </a:extLst>
          </p:cNvPr>
          <p:cNvSpPr/>
          <p:nvPr/>
        </p:nvSpPr>
        <p:spPr>
          <a:xfrm>
            <a:off x="2135560" y="3824867"/>
            <a:ext cx="602166" cy="3033133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pic>
        <p:nvPicPr>
          <p:cNvPr id="9" name="Graphic 8" descr="Fork In Road with solid fill">
            <a:extLst>
              <a:ext uri="{FF2B5EF4-FFF2-40B4-BE49-F238E27FC236}">
                <a16:creationId xmlns:a16="http://schemas.microsoft.com/office/drawing/2014/main" id="{7BCCD679-BE88-8A0F-9B9A-6241F1C53F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8707" y="466779"/>
            <a:ext cx="1404000" cy="14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72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6" dur="1500" fill="hold"/>
                                        <p:tgtEl>
                                          <p:spTgt spid="8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autoRev="1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1.45833E-6 -3.7037E-6 L -1.45833E-6 -0.05532 " pathEditMode="relative" rAng="0" ptsTypes="AA">
                                      <p:cBhvr>
                                        <p:cTn id="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7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" presetClass="emph" presetSubtype="0" repeatCount="indefinite" accel="50000" decel="50000" autoRev="1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Scale>
                                      <p:cBhvr>
                                        <p:cTn id="10" dur="1500" fill="hold"/>
                                        <p:tgtEl>
                                          <p:spTgt spid="18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autoRev="1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2.5E-6 -3.7037E-6 L 2.5E-6 -0.05532 " pathEditMode="relative" rAng="0" ptsTypes="AA">
                                      <p:cBhvr>
                                        <p:cTn id="1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7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repeatCount="indefinite" accel="50000" decel="50000" autoRev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4" dur="1500" fill="hold"/>
                                        <p:tgtEl>
                                          <p:spTgt spid="19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1.45833E-6 -3.7037E-6 L -1.45833E-6 -0.05532 " pathEditMode="relative" rAng="0" ptsTypes="AA">
                                      <p:cBhvr>
                                        <p:cTn id="16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7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1500" fill="hold"/>
                                        <p:tgtEl>
                                          <p:spTgt spid="20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6 L 4.16667E-7 -0.05532 " pathEditMode="relative" rAng="0" ptsTypes="AA">
                                      <p:cBhvr>
                                        <p:cTn id="20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2" dur="1500" fill="hold"/>
                                        <p:tgtEl>
                                          <p:spTgt spid="21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42" presetClass="path" presetSubtype="0" repeatCount="indefinite" accel="50000" decel="50000" autoRev="1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4.16667E-6 -3.7037E-6 L 4.16667E-6 -0.05532 " pathEditMode="relative" rAng="0" ptsTypes="AA">
                                      <p:cBhvr>
                                        <p:cTn id="24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78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" presetClass="emp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26" dur="1500" fill="hold"/>
                                        <p:tgtEl>
                                          <p:spTgt spid="22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42" presetClass="path" presetSubtype="0" repeatCount="indefinite" accel="50000" decel="5000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2.08333E-7 -3.7037E-6 L 2.08333E-7 -0.05532 " pathEditMode="relative" rAng="0" ptsTypes="AA">
                                      <p:cBhvr>
                                        <p:cTn id="2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2947643" y="3389971"/>
            <a:ext cx="629671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200" dirty="0">
                <a:solidFill>
                  <a:schemeClr val="bg1"/>
                </a:solidFill>
              </a:rPr>
              <a:t>Methodology</a:t>
            </a:r>
            <a:r>
              <a:rPr lang="en-IN" sz="7200" dirty="0"/>
              <a:t> </a:t>
            </a:r>
            <a:r>
              <a:rPr lang="en-IN" sz="7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</a:t>
            </a:r>
            <a:r>
              <a:rPr lang="hi-IN" sz="7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कार्यप्रणाली)</a:t>
            </a:r>
            <a:endParaRPr kumimoji="0" lang="en-LT" sz="7200" b="1" i="0" u="none" strike="noStrike" kern="1200" cap="none" spc="-15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3" name="Graphic 2" descr="Circles with arrows with solid fill">
            <a:extLst>
              <a:ext uri="{FF2B5EF4-FFF2-40B4-BE49-F238E27FC236}">
                <a16:creationId xmlns:a16="http://schemas.microsoft.com/office/drawing/2014/main" id="{57CD8D09-3247-924F-1251-592A96D5F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7400" y="330791"/>
            <a:ext cx="2797200" cy="27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998466"/>
      </p:ext>
    </p:extLst>
  </p:cSld>
  <p:clrMapOvr>
    <a:masterClrMapping/>
  </p:clrMapOvr>
  <p:transition spd="slow" advTm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range and gray camping tent near body of water">
            <a:extLst>
              <a:ext uri="{FF2B5EF4-FFF2-40B4-BE49-F238E27FC236}">
                <a16:creationId xmlns:a16="http://schemas.microsoft.com/office/drawing/2014/main" id="{7E6FB2E9-7E21-1A4B-B7D9-51B1351B35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-1364972" y="-4031970"/>
            <a:ext cx="14921946" cy="14921942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LT" sz="8000" b="1" spc="-150">
              <a:latin typeface="Raleway" panose="020B0503030101060003" pitchFamily="34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BA49A1-C4F8-6543-8240-061A4699B32F}"/>
              </a:ext>
            </a:extLst>
          </p:cNvPr>
          <p:cNvSpPr/>
          <p:nvPr/>
        </p:nvSpPr>
        <p:spPr>
          <a:xfrm>
            <a:off x="2883843" y="1921631"/>
            <a:ext cx="62345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Methodology</a:t>
            </a:r>
            <a:r>
              <a:rPr lang="en-IN" sz="4400" dirty="0"/>
              <a:t> </a:t>
            </a:r>
            <a:r>
              <a:rPr lang="en-IN" sz="4400" dirty="0">
                <a:solidFill>
                  <a:schemeClr val="bg1"/>
                </a:solidFill>
              </a:rPr>
              <a:t>(</a:t>
            </a:r>
            <a:r>
              <a:rPr lang="hi-IN" sz="4400" dirty="0">
                <a:solidFill>
                  <a:schemeClr val="bg1"/>
                </a:solidFill>
              </a:rPr>
              <a:t>कार्यप्रणाली)</a:t>
            </a:r>
            <a:endParaRPr kumimoji="0" lang="en-LT" sz="4400" b="1" i="0" u="none" strike="noStrike" kern="1200" cap="none" spc="-15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686A0-D3CF-4B45-AB0E-0CEACD1B22AE}"/>
              </a:ext>
            </a:extLst>
          </p:cNvPr>
          <p:cNvSpPr/>
          <p:nvPr/>
        </p:nvSpPr>
        <p:spPr>
          <a:xfrm>
            <a:off x="3081454" y="3481925"/>
            <a:ext cx="58553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Design Database</a:t>
            </a:r>
            <a:r>
              <a:rPr lang="en-IN" sz="1800" dirty="0">
                <a:solidFill>
                  <a:schemeClr val="bg1"/>
                </a:solidFill>
              </a:rPr>
              <a:t> → 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</a:t>
            </a: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tore &amp; manage data </a:t>
            </a:r>
            <a:r>
              <a:rPr lang="en-IN" sz="18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(CS)</a:t>
            </a:r>
            <a:endParaRPr lang="en-IN" sz="1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IN" sz="1800" b="1" dirty="0">
                <a:solidFill>
                  <a:schemeClr val="bg1"/>
                </a:solidFill>
              </a:rPr>
              <a:t>Create Web Dashboard</a:t>
            </a:r>
            <a:r>
              <a:rPr lang="en-IN" sz="1800" dirty="0">
                <a:solidFill>
                  <a:schemeClr val="bg1"/>
                </a:solidFill>
              </a:rPr>
              <a:t> → 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</a:t>
            </a: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or monitoring &amp; admin use </a:t>
            </a:r>
            <a:r>
              <a:rPr lang="en-IN" sz="18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(CS</a:t>
            </a:r>
            <a:r>
              <a:rPr lang="en-IN" sz="1800" i="1" dirty="0">
                <a:solidFill>
                  <a:schemeClr val="bg1"/>
                </a:solidFill>
              </a:rPr>
              <a:t>)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Integrate Alert System</a:t>
            </a:r>
            <a:r>
              <a:rPr lang="en-IN" sz="1800" dirty="0">
                <a:solidFill>
                  <a:schemeClr val="bg1"/>
                </a:solidFill>
              </a:rPr>
              <a:t> → </a:t>
            </a: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SMS &amp; notifications </a:t>
            </a:r>
            <a:r>
              <a:rPr lang="en-IN" sz="18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(Joint)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Test &amp; Validate</a:t>
            </a:r>
            <a:r>
              <a:rPr lang="en-IN" sz="1800" dirty="0">
                <a:solidFill>
                  <a:schemeClr val="bg1"/>
                </a:solidFill>
              </a:rPr>
              <a:t> → 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R</a:t>
            </a: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un simulations </a:t>
            </a:r>
            <a:r>
              <a:rPr lang="en-IN" sz="18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(Joint)</a:t>
            </a:r>
          </a:p>
          <a:p>
            <a:r>
              <a:rPr lang="en-US" b="1" dirty="0">
                <a:solidFill>
                  <a:schemeClr val="bg1"/>
                </a:solidFill>
              </a:rPr>
              <a:t>Collect Data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→ Rainfall, flood-prone areas, maps </a:t>
            </a:r>
            <a:r>
              <a:rPr lang="en-US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(Civil)</a:t>
            </a:r>
          </a:p>
          <a:p>
            <a:r>
              <a:rPr lang="en-US" b="1" dirty="0">
                <a:solidFill>
                  <a:schemeClr val="bg1"/>
                </a:solidFill>
              </a:rPr>
              <a:t>Map Safe Shelters &amp; Routes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Evacuation planning </a:t>
            </a:r>
            <a:r>
              <a:rPr lang="en-US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(Civil)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sz="1800" i="1" dirty="0">
              <a:solidFill>
                <a:schemeClr val="bg1"/>
              </a:solidFill>
            </a:endParaRPr>
          </a:p>
          <a:p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5655B3E-FE88-834E-A29C-AE048BDB4893}"/>
              </a:ext>
            </a:extLst>
          </p:cNvPr>
          <p:cNvSpPr/>
          <p:nvPr/>
        </p:nvSpPr>
        <p:spPr>
          <a:xfrm>
            <a:off x="8936754" y="1377174"/>
            <a:ext cx="363362" cy="363362"/>
          </a:xfrm>
          <a:prstGeom prst="ellipse">
            <a:avLst/>
          </a:prstGeom>
          <a:solidFill>
            <a:schemeClr val="bg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429F179-E309-5B4C-9AC1-9EAF871D7405}"/>
              </a:ext>
            </a:extLst>
          </p:cNvPr>
          <p:cNvSpPr/>
          <p:nvPr/>
        </p:nvSpPr>
        <p:spPr>
          <a:xfrm>
            <a:off x="9288907" y="1657274"/>
            <a:ext cx="1030414" cy="1030414"/>
          </a:xfrm>
          <a:prstGeom prst="ellipse">
            <a:avLst/>
          </a:prstGeom>
          <a:solidFill>
            <a:schemeClr val="bg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53930A9-9ED7-C347-B138-C9D92018A994}"/>
              </a:ext>
            </a:extLst>
          </p:cNvPr>
          <p:cNvSpPr/>
          <p:nvPr/>
        </p:nvSpPr>
        <p:spPr>
          <a:xfrm>
            <a:off x="10018836" y="2564904"/>
            <a:ext cx="1728192" cy="1728192"/>
          </a:xfrm>
          <a:prstGeom prst="ellipse">
            <a:avLst/>
          </a:prstGeom>
          <a:solidFill>
            <a:schemeClr val="bg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pic>
        <p:nvPicPr>
          <p:cNvPr id="4" name="Picture 3" descr="A small town in a rocky area&#10;&#10;Description automatically generated">
            <a:extLst>
              <a:ext uri="{FF2B5EF4-FFF2-40B4-BE49-F238E27FC236}">
                <a16:creationId xmlns:a16="http://schemas.microsoft.com/office/drawing/2014/main" id="{0340D9EE-1D53-AA10-61E4-08D8D64FC6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836" y="2564904"/>
            <a:ext cx="1728192" cy="178005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Graphic 2" descr="Circles with arrows with solid fill">
            <a:extLst>
              <a:ext uri="{FF2B5EF4-FFF2-40B4-BE49-F238E27FC236}">
                <a16:creationId xmlns:a16="http://schemas.microsoft.com/office/drawing/2014/main" id="{00919423-E0BF-2145-4DFE-CF6A20E508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2000" y="193631"/>
            <a:ext cx="1728000" cy="17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87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64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4.81481E-6 L 3.54167E-6 -0.13888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repeatCount="indefinite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"/>
                                            </p:cond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64" presetClass="path" presetSubtype="0" repeatCount="indefinite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3.54167E-6 3.33333E-6 L 3.54167E-6 -0.1388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repeatCount="indefinite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"/>
                                            </p:cond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8" presetID="64" presetClass="path" presetSubtype="0" repeatCount="indefinite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1.875E-6 0 L 1.875E-6 -0.13889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30" grpId="0" animBg="1"/>
      <p:bldP spid="30" grpId="1" animBg="1"/>
      <p:bldP spid="31" grpId="0" animBg="1"/>
      <p:bldP spid="31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2947643" y="3389971"/>
            <a:ext cx="62967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9600" dirty="0">
                <a:solidFill>
                  <a:schemeClr val="bg1"/>
                </a:solidFill>
              </a:rPr>
              <a:t>Conclusion</a:t>
            </a:r>
            <a:endParaRPr kumimoji="0" lang="en-LT" sz="8800" b="1" i="0" u="none" strike="noStrike" kern="1200" cap="none" spc="-15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9AD18BA0-F495-0CF2-8B56-38ECC60A9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2600" y="441960"/>
            <a:ext cx="3106800" cy="31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36434"/>
      </p:ext>
    </p:extLst>
  </p:cSld>
  <p:clrMapOvr>
    <a:masterClrMapping/>
  </p:clrMapOvr>
  <p:transition spd="slow" advTm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orange dome tent surrounded by silhouette of trees at blue hour">
            <a:extLst>
              <a:ext uri="{FF2B5EF4-FFF2-40B4-BE49-F238E27FC236}">
                <a16:creationId xmlns:a16="http://schemas.microsoft.com/office/drawing/2014/main" id="{D29F581C-915B-3B4C-9A89-1AA8FB4A24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Graphic 2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80C9633-F820-3D45-9499-D282F58F0A66}"/>
              </a:ext>
            </a:extLst>
          </p:cNvPr>
          <p:cNvSpPr/>
          <p:nvPr/>
        </p:nvSpPr>
        <p:spPr>
          <a:xfrm>
            <a:off x="1117859" y="105850"/>
            <a:ext cx="1934429" cy="1754326"/>
          </a:xfrm>
          <a:prstGeom prst="cloudCallout">
            <a:avLst>
              <a:gd name="adj1" fmla="val -99938"/>
              <a:gd name="adj2" fmla="val -43341"/>
            </a:avLst>
          </a:prstGeom>
          <a:solidFill>
            <a:schemeClr val="bg1"/>
          </a:solidFill>
          <a:ln w="9478" cap="flat">
            <a:noFill/>
            <a:prstDash val="solid"/>
            <a:miter/>
          </a:ln>
        </p:spPr>
        <p:txBody>
          <a:bodyPr rtlCol="0" anchor="ctr"/>
          <a:lstStyle/>
          <a:p>
            <a:endParaRPr lang="en-LT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-1364972" y="-4031970"/>
            <a:ext cx="14921946" cy="14921942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686A0-D3CF-4B45-AB0E-0CEACD1B22AE}"/>
              </a:ext>
            </a:extLst>
          </p:cNvPr>
          <p:cNvSpPr/>
          <p:nvPr/>
        </p:nvSpPr>
        <p:spPr>
          <a:xfrm>
            <a:off x="814873" y="3543480"/>
            <a:ext cx="105622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anose="020B0503030101060003" pitchFamily="34" charset="77"/>
                <a:ea typeface="+mn-ea"/>
                <a:cs typeface="+mn-cs"/>
              </a:rPr>
              <a:t>In the end, our Smart Disaster Management System is not just a project — it’s a small step towards making Uttarakhand safer and more prepared for natural disasters.</a:t>
            </a:r>
            <a:r>
              <a:rPr kumimoji="0" lang="hi-IN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anose="020B0503030101060003" pitchFamily="34" charset="77"/>
                <a:ea typeface="+mn-ea"/>
                <a:cs typeface="+mn-cs"/>
              </a:rPr>
              <a:t>हमने इस प्रोजेक्ट में </a:t>
            </a:r>
            <a:r>
              <a:rPr kumimoji="0" 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anose="020B0503030101060003" pitchFamily="34" charset="77"/>
                <a:ea typeface="+mn-ea"/>
                <a:cs typeface="+mn-cs"/>
              </a:rPr>
              <a:t>technology </a:t>
            </a:r>
            <a:r>
              <a:rPr kumimoji="0" lang="hi-IN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anose="020B0503030101060003" pitchFamily="34" charset="77"/>
                <a:ea typeface="+mn-ea"/>
                <a:cs typeface="+mn-cs"/>
              </a:rPr>
              <a:t>और </a:t>
            </a:r>
            <a:r>
              <a:rPr kumimoji="0" 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anose="020B0503030101060003" pitchFamily="34" charset="77"/>
                <a:ea typeface="+mn-ea"/>
                <a:cs typeface="+mn-cs"/>
              </a:rPr>
              <a:t>civil design </a:t>
            </a:r>
            <a:r>
              <a:rPr kumimoji="0" lang="hi-IN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anose="020B0503030101060003" pitchFamily="34" charset="77"/>
                <a:ea typeface="+mn-ea"/>
                <a:cs typeface="+mn-cs"/>
              </a:rPr>
              <a:t>दोनों को मिलाया है ताकि लोगों तक सही जानकारी और मदद समय पर पहुँच सके।</a:t>
            </a:r>
            <a:r>
              <a:rPr kumimoji="0" 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anose="020B0503030101060003" pitchFamily="34" charset="77"/>
                <a:ea typeface="+mn-ea"/>
                <a:cs typeface="+mn-cs"/>
              </a:rPr>
              <a:t>Through our website, people can get real-time alerts, SOS support, maps, and can also report incidents easily. The physical model shows how barriers, drainage, and proper planning can reduce the impact of floods and landslides.</a:t>
            </a:r>
            <a:endParaRPr kumimoji="0" lang="en-LT" sz="16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BA49A1-C4F8-6543-8240-061A4699B32F}"/>
              </a:ext>
            </a:extLst>
          </p:cNvPr>
          <p:cNvSpPr/>
          <p:nvPr/>
        </p:nvSpPr>
        <p:spPr>
          <a:xfrm>
            <a:off x="3705701" y="2130304"/>
            <a:ext cx="5192447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800" dirty="0">
                <a:solidFill>
                  <a:schemeClr val="bg1"/>
                </a:solidFill>
              </a:rPr>
              <a:t>Conclusion</a:t>
            </a:r>
            <a:endParaRPr kumimoji="0" lang="en-LT" sz="8000" b="1" i="0" u="none" strike="noStrike" kern="1200" cap="none" spc="-15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4A082AA2-B2A9-4B60-2DCE-028DB69B28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18124" y="533400"/>
            <a:ext cx="1767600" cy="17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0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7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D5F4CE-4804-D94C-CB99-E95DB9D1D366}"/>
              </a:ext>
            </a:extLst>
          </p:cNvPr>
          <p:cNvSpPr/>
          <p:nvPr/>
        </p:nvSpPr>
        <p:spPr>
          <a:xfrm>
            <a:off x="2344994" y="776748"/>
            <a:ext cx="3411794" cy="1976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 descr="A wire fence with text overlay&#10;&#10;Description automatically generated">
            <a:extLst>
              <a:ext uri="{FF2B5EF4-FFF2-40B4-BE49-F238E27FC236}">
                <a16:creationId xmlns:a16="http://schemas.microsoft.com/office/drawing/2014/main" id="{826530BB-562E-C97E-879C-5FC24EAD8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789" y="776748"/>
            <a:ext cx="3411794" cy="25086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CFD006-AFF8-4035-BBE2-55A0B332648F}"/>
              </a:ext>
            </a:extLst>
          </p:cNvPr>
          <p:cNvSpPr/>
          <p:nvPr/>
        </p:nvSpPr>
        <p:spPr>
          <a:xfrm>
            <a:off x="6435211" y="776748"/>
            <a:ext cx="3420000" cy="345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descr="A group of men climbing a fence&#10;&#10;Description automatically generated">
            <a:extLst>
              <a:ext uri="{FF2B5EF4-FFF2-40B4-BE49-F238E27FC236}">
                <a16:creationId xmlns:a16="http://schemas.microsoft.com/office/drawing/2014/main" id="{023B526F-0237-CFA9-6C84-CE822D34C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6435211" y="776748"/>
            <a:ext cx="3420000" cy="3456000"/>
          </a:xfrm>
          <a:prstGeom prst="rect">
            <a:avLst/>
          </a:prstGeom>
        </p:spPr>
      </p:pic>
      <p:pic>
        <p:nvPicPr>
          <p:cNvPr id="10" name="Picture 9" descr="A wire fence over a stream&#10;&#10;Description automatically generated with medium confidence">
            <a:extLst>
              <a:ext uri="{FF2B5EF4-FFF2-40B4-BE49-F238E27FC236}">
                <a16:creationId xmlns:a16="http://schemas.microsoft.com/office/drawing/2014/main" id="{9140EF6B-304D-68EB-9BC5-844E8F391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789" y="3572586"/>
            <a:ext cx="3751006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64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ncrete wall&#10;&#10;Description automatically generated">
            <a:extLst>
              <a:ext uri="{FF2B5EF4-FFF2-40B4-BE49-F238E27FC236}">
                <a16:creationId xmlns:a16="http://schemas.microsoft.com/office/drawing/2014/main" id="{262C6416-C7BF-FB9B-9F0C-82CD9FE24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703" y="576470"/>
            <a:ext cx="5242499" cy="5506279"/>
          </a:xfrm>
          <a:prstGeom prst="rect">
            <a:avLst/>
          </a:prstGeom>
        </p:spPr>
      </p:pic>
      <p:pic>
        <p:nvPicPr>
          <p:cNvPr id="5" name="Picture 4" descr="A diagram of a slope&#10;&#10;Description automatically generated">
            <a:extLst>
              <a:ext uri="{FF2B5EF4-FFF2-40B4-BE49-F238E27FC236}">
                <a16:creationId xmlns:a16="http://schemas.microsoft.com/office/drawing/2014/main" id="{A13F62B0-757C-F180-5055-A44C00E65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19444" y="2471739"/>
            <a:ext cx="476250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272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 of a bridge with a bridge and a bridge with a bridge and a bridge with a bridge and a bridge with a bridge and a bridge with a bridge and a bridge with a bridge and a&#10;&#10;Description automatically generated">
            <a:extLst>
              <a:ext uri="{FF2B5EF4-FFF2-40B4-BE49-F238E27FC236}">
                <a16:creationId xmlns:a16="http://schemas.microsoft.com/office/drawing/2014/main" id="{9D681A19-ABB7-BF70-7F99-0BE4DD10F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735" y="795561"/>
            <a:ext cx="3360987" cy="5266878"/>
          </a:xfrm>
          <a:prstGeom prst="rect">
            <a:avLst/>
          </a:prstGeom>
        </p:spPr>
      </p:pic>
      <p:pic>
        <p:nvPicPr>
          <p:cNvPr id="5" name="Picture 4" descr="A diagram of a long line&#10;&#10;Description automatically generated with medium confidence">
            <a:extLst>
              <a:ext uri="{FF2B5EF4-FFF2-40B4-BE49-F238E27FC236}">
                <a16:creationId xmlns:a16="http://schemas.microsoft.com/office/drawing/2014/main" id="{25A668D5-3943-5437-8769-ACC4877F5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762" y="1949726"/>
            <a:ext cx="4229973" cy="295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88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ire fence with text overlay&#10;&#10;Description automatically generated">
            <a:extLst>
              <a:ext uri="{FF2B5EF4-FFF2-40B4-BE49-F238E27FC236}">
                <a16:creationId xmlns:a16="http://schemas.microsoft.com/office/drawing/2014/main" id="{2B838C78-23D8-8609-B8CF-DA270166D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64" y="713664"/>
            <a:ext cx="3411794" cy="5877636"/>
          </a:xfrm>
          <a:prstGeom prst="rect">
            <a:avLst/>
          </a:prstGeom>
        </p:spPr>
      </p:pic>
      <p:pic>
        <p:nvPicPr>
          <p:cNvPr id="3" name="Picture 2" descr="A group of men climbing a fence&#10;&#10;Description automatically generated">
            <a:extLst>
              <a:ext uri="{FF2B5EF4-FFF2-40B4-BE49-F238E27FC236}">
                <a16:creationId xmlns:a16="http://schemas.microsoft.com/office/drawing/2014/main" id="{AAE9389B-AD9C-2323-1C03-785784B86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345265" y="713664"/>
            <a:ext cx="3420000" cy="58270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80B059-B914-6C03-B120-6F0620C4AE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1" r="23091"/>
          <a:stretch/>
        </p:blipFill>
        <p:spPr>
          <a:xfrm>
            <a:off x="3846736" y="713664"/>
            <a:ext cx="4279169" cy="581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53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ire fence with text overlay&#10;&#10;Description automatically generated">
            <a:extLst>
              <a:ext uri="{FF2B5EF4-FFF2-40B4-BE49-F238E27FC236}">
                <a16:creationId xmlns:a16="http://schemas.microsoft.com/office/drawing/2014/main" id="{2B838C78-23D8-8609-B8CF-DA270166D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040" y="713664"/>
            <a:ext cx="6158152" cy="5723551"/>
          </a:xfrm>
          <a:prstGeom prst="rect">
            <a:avLst/>
          </a:prstGeom>
        </p:spPr>
      </p:pic>
      <p:pic>
        <p:nvPicPr>
          <p:cNvPr id="3" name="Picture 2" descr="A group of men climbing a fence&#10;&#10;Description automatically generated">
            <a:extLst>
              <a:ext uri="{FF2B5EF4-FFF2-40B4-BE49-F238E27FC236}">
                <a16:creationId xmlns:a16="http://schemas.microsoft.com/office/drawing/2014/main" id="{AAE9389B-AD9C-2323-1C03-785784B86C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867" r="56367"/>
          <a:stretch/>
        </p:blipFill>
        <p:spPr>
          <a:xfrm rot="10800000" flipV="1">
            <a:off x="10273002" y="663120"/>
            <a:ext cx="1492261" cy="57740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80B059-B914-6C03-B120-6F0620C4AE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23" r="40223"/>
          <a:stretch/>
        </p:blipFill>
        <p:spPr>
          <a:xfrm>
            <a:off x="8452615" y="749215"/>
            <a:ext cx="1482992" cy="568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E91359-BCC0-C477-6BBF-117C8486BC85}"/>
              </a:ext>
            </a:extLst>
          </p:cNvPr>
          <p:cNvSpPr/>
          <p:nvPr/>
        </p:nvSpPr>
        <p:spPr>
          <a:xfrm>
            <a:off x="2062065" y="1520890"/>
            <a:ext cx="3470988" cy="215537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445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ire fence with text overlay&#10;&#10;Description automatically generated">
            <a:extLst>
              <a:ext uri="{FF2B5EF4-FFF2-40B4-BE49-F238E27FC236}">
                <a16:creationId xmlns:a16="http://schemas.microsoft.com/office/drawing/2014/main" id="{2B838C78-23D8-8609-B8CF-DA270166D1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2576"/>
          <a:stretch/>
        </p:blipFill>
        <p:spPr>
          <a:xfrm>
            <a:off x="1185040" y="713664"/>
            <a:ext cx="1072968" cy="5723551"/>
          </a:xfrm>
          <a:prstGeom prst="rect">
            <a:avLst/>
          </a:prstGeom>
        </p:spPr>
      </p:pic>
      <p:pic>
        <p:nvPicPr>
          <p:cNvPr id="3" name="Picture 2" descr="A group of men climbing a fence&#10;&#10;Description automatically generated">
            <a:extLst>
              <a:ext uri="{FF2B5EF4-FFF2-40B4-BE49-F238E27FC236}">
                <a16:creationId xmlns:a16="http://schemas.microsoft.com/office/drawing/2014/main" id="{AAE9389B-AD9C-2323-1C03-785784B86C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867" r="56367"/>
          <a:stretch/>
        </p:blipFill>
        <p:spPr>
          <a:xfrm rot="10800000" flipV="1">
            <a:off x="10273002" y="663120"/>
            <a:ext cx="1492261" cy="57740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80B059-B914-6C03-B120-6F0620C4AE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7" r="17277"/>
          <a:stretch/>
        </p:blipFill>
        <p:spPr>
          <a:xfrm>
            <a:off x="3405673" y="713664"/>
            <a:ext cx="5038530" cy="577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21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ire fence with text overlay&#10;&#10;Description automatically generated">
            <a:extLst>
              <a:ext uri="{FF2B5EF4-FFF2-40B4-BE49-F238E27FC236}">
                <a16:creationId xmlns:a16="http://schemas.microsoft.com/office/drawing/2014/main" id="{2B838C78-23D8-8609-B8CF-DA270166D1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2576"/>
          <a:stretch/>
        </p:blipFill>
        <p:spPr>
          <a:xfrm>
            <a:off x="1185040" y="713664"/>
            <a:ext cx="1250250" cy="5723551"/>
          </a:xfrm>
          <a:prstGeom prst="rect">
            <a:avLst/>
          </a:prstGeom>
        </p:spPr>
      </p:pic>
      <p:pic>
        <p:nvPicPr>
          <p:cNvPr id="3" name="Picture 2" descr="A group of men climbing a fence&#10;&#10;Description automatically generated">
            <a:extLst>
              <a:ext uri="{FF2B5EF4-FFF2-40B4-BE49-F238E27FC236}">
                <a16:creationId xmlns:a16="http://schemas.microsoft.com/office/drawing/2014/main" id="{AAE9389B-AD9C-2323-1C03-785784B86C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" t="-867" r="-5835"/>
          <a:stretch/>
        </p:blipFill>
        <p:spPr>
          <a:xfrm rot="10800000" flipV="1">
            <a:off x="5607696" y="617239"/>
            <a:ext cx="6166895" cy="57740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80B059-B914-6C03-B120-6F0620C4AE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93" r="40393"/>
          <a:stretch/>
        </p:blipFill>
        <p:spPr>
          <a:xfrm>
            <a:off x="3405673" y="663119"/>
            <a:ext cx="1492261" cy="582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80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ire fence with text overlay&#10;&#10;Description automatically generated">
            <a:extLst>
              <a:ext uri="{FF2B5EF4-FFF2-40B4-BE49-F238E27FC236}">
                <a16:creationId xmlns:a16="http://schemas.microsoft.com/office/drawing/2014/main" id="{2B838C78-23D8-8609-B8CF-DA270166D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64" y="713664"/>
            <a:ext cx="3411794" cy="5877636"/>
          </a:xfrm>
          <a:prstGeom prst="rect">
            <a:avLst/>
          </a:prstGeom>
        </p:spPr>
      </p:pic>
      <p:pic>
        <p:nvPicPr>
          <p:cNvPr id="3" name="Picture 2" descr="A group of men climbing a fence&#10;&#10;Description automatically generated">
            <a:extLst>
              <a:ext uri="{FF2B5EF4-FFF2-40B4-BE49-F238E27FC236}">
                <a16:creationId xmlns:a16="http://schemas.microsoft.com/office/drawing/2014/main" id="{AAE9389B-AD9C-2323-1C03-785784B86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345265" y="713664"/>
            <a:ext cx="3420000" cy="58270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80B059-B914-6C03-B120-6F0620C4AE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1" r="23091"/>
          <a:stretch/>
        </p:blipFill>
        <p:spPr>
          <a:xfrm>
            <a:off x="4010608" y="713664"/>
            <a:ext cx="4170783" cy="581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865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515</Words>
  <Application>Microsoft Office PowerPoint</Application>
  <PresentationFormat>Widescreen</PresentationFormat>
  <Paragraphs>73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Aptos</vt:lpstr>
      <vt:lpstr>Arial</vt:lpstr>
      <vt:lpstr>Arial Rounded MT Bold</vt:lpstr>
      <vt:lpstr>Calibri</vt:lpstr>
      <vt:lpstr>Calibri Light</vt:lpstr>
      <vt:lpstr>Comic Sans MS</vt:lpstr>
      <vt:lpstr>Felix Titling</vt:lpstr>
      <vt:lpstr>Montserrat</vt:lpstr>
      <vt:lpstr>Raleway</vt:lpstr>
      <vt:lpstr>Raleway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33</cp:revision>
  <dcterms:created xsi:type="dcterms:W3CDTF">2025-11-03T06:20:46Z</dcterms:created>
  <dcterms:modified xsi:type="dcterms:W3CDTF">2025-11-06T09:17:27Z</dcterms:modified>
</cp:coreProperties>
</file>